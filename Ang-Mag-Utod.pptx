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4" r:id="rId4"/>
    <p:sldId id="258" r:id="rId5"/>
    <p:sldId id="260" r:id="rId6"/>
    <p:sldId id="262" r:id="rId7"/>
    <p:sldId id="264" r:id="rId8"/>
    <p:sldId id="266" r:id="rId9"/>
    <p:sldId id="275" r:id="rId10"/>
    <p:sldId id="276" r:id="rId11"/>
    <p:sldId id="277" r:id="rId12"/>
    <p:sldId id="272" r:id="rId13"/>
    <p:sldId id="27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66" d="100"/>
          <a:sy n="66" d="100"/>
        </p:scale>
        <p:origin x="-1422" y="-6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PH"/>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PH"/>
          </a:p>
        </p:txBody>
      </p:sp>
      <p:sp>
        <p:nvSpPr>
          <p:cNvPr id="4" name="Date Placeholder 3"/>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PH"/>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Date Placeholder 4"/>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PH"/>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7" name="Date Placeholder 6"/>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Date Placeholder 2"/>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smtClean="0"/>
              <a:t>Click to edit Master title style</a:t>
            </a:r>
            <a:endParaRPr lang="en-PH"/>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smtClean="0"/>
              <a:t>Click to edit Master title style</a:t>
            </a:r>
            <a:endParaRPr lang="en-PH"/>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PH"/>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10"/>
          </p:nvPr>
        </p:nvSpPr>
        <p:spPr/>
        <p:txBody>
          <a:bodyPr/>
          <a:lstStyle/>
          <a:p>
            <a:fld id="{840CFB83-AB23-45BA-A7B7-E5299CB4D245}" type="datetimeFigureOut">
              <a:rPr lang="en-US" smtClean="0"/>
              <a:pPr/>
              <a:t>12/15/2011</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596B422-40AE-4FCF-A164-46305B83A695}" type="slidenum">
              <a:rPr lang="en-PH" smtClean="0"/>
              <a:pPr/>
              <a:t>‹#›</a:t>
            </a:fld>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PH"/>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PH"/>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0CFB83-AB23-45BA-A7B7-E5299CB4D245}" type="datetimeFigureOut">
              <a:rPr lang="en-US" smtClean="0"/>
              <a:pPr/>
              <a:t>12/15/2011</a:t>
            </a:fld>
            <a:endParaRPr lang="en-PH"/>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96B422-40AE-4FCF-A164-46305B83A695}" type="slidenum">
              <a:rPr lang="en-PH" smtClean="0"/>
              <a:pPr/>
              <a:t>‹#›</a:t>
            </a:fld>
            <a:endParaRPr lang="en-PH"/>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lrmds.deped.gov.ph/"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00800" y="3581401"/>
            <a:ext cx="2514600" cy="430887"/>
          </a:xfrm>
          <a:prstGeom prst="rect">
            <a:avLst/>
          </a:prstGeom>
          <a:noFill/>
        </p:spPr>
        <p:txBody>
          <a:bodyPr wrap="square" rtlCol="0">
            <a:spAutoFit/>
          </a:bodyPr>
          <a:lstStyle/>
          <a:p>
            <a:endParaRPr lang="en-PH" sz="1100" dirty="0"/>
          </a:p>
          <a:p>
            <a:endParaRPr lang="en-PH" sz="1100" dirty="0"/>
          </a:p>
        </p:txBody>
      </p:sp>
      <p:sp>
        <p:nvSpPr>
          <p:cNvPr id="1026" name="Rectangle 2"/>
          <p:cNvSpPr>
            <a:spLocks noChangeArrowheads="1"/>
          </p:cNvSpPr>
          <p:nvPr/>
        </p:nvSpPr>
        <p:spPr bwMode="auto">
          <a:xfrm>
            <a:off x="293783" y="275422"/>
            <a:ext cx="8563778" cy="6277778"/>
          </a:xfrm>
          <a:prstGeom prst="rect">
            <a:avLst/>
          </a:prstGeom>
          <a:noFill/>
          <a:ln w="38100" algn="ctr">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endParaRPr lang="en-PH"/>
          </a:p>
        </p:txBody>
      </p:sp>
      <p:sp>
        <p:nvSpPr>
          <p:cNvPr id="10" name="Rectangle 9"/>
          <p:cNvSpPr/>
          <p:nvPr/>
        </p:nvSpPr>
        <p:spPr>
          <a:xfrm>
            <a:off x="2362021" y="602159"/>
            <a:ext cx="4427302" cy="769441"/>
          </a:xfrm>
          <a:prstGeom prst="rect">
            <a:avLst/>
          </a:prstGeom>
        </p:spPr>
        <p:txBody>
          <a:bodyPr wrap="none">
            <a:spAutoFit/>
          </a:bodyPr>
          <a:lstStyle/>
          <a:p>
            <a:r>
              <a:rPr lang="en-PH" sz="4400" dirty="0" err="1" smtClean="0">
                <a:latin typeface="Arial Black" pitchFamily="34" charset="0"/>
              </a:rPr>
              <a:t>Ang</a:t>
            </a:r>
            <a:r>
              <a:rPr lang="en-PH" sz="4400" dirty="0" smtClean="0">
                <a:latin typeface="Arial Black" pitchFamily="34" charset="0"/>
              </a:rPr>
              <a:t> </a:t>
            </a:r>
            <a:r>
              <a:rPr lang="en-PH" sz="4400" dirty="0" err="1" smtClean="0">
                <a:latin typeface="Arial Black" pitchFamily="34" charset="0"/>
              </a:rPr>
              <a:t>Mag-utod</a:t>
            </a:r>
            <a:endParaRPr lang="en-PH" sz="4400" dirty="0" smtClean="0">
              <a:latin typeface="Arial Black" pitchFamily="34" charset="0"/>
              <a:ea typeface="+mj-ea"/>
              <a:cs typeface="+mj-cs"/>
            </a:endParaRPr>
          </a:p>
        </p:txBody>
      </p:sp>
      <p:graphicFrame>
        <p:nvGraphicFramePr>
          <p:cNvPr id="11" name="Table 10"/>
          <p:cNvGraphicFramePr>
            <a:graphicFrameLocks noGrp="1"/>
          </p:cNvGraphicFramePr>
          <p:nvPr/>
        </p:nvGraphicFramePr>
        <p:xfrm>
          <a:off x="412706" y="5715000"/>
          <a:ext cx="2743200" cy="731520"/>
        </p:xfrm>
        <a:graphic>
          <a:graphicData uri="http://schemas.openxmlformats.org/drawingml/2006/table">
            <a:tbl>
              <a:tblPr/>
              <a:tblGrid>
                <a:gridCol w="2743200"/>
              </a:tblGrid>
              <a:tr h="0">
                <a:tc>
                  <a:txBody>
                    <a:bodyPr/>
                    <a:lstStyle/>
                    <a:p>
                      <a:pPr marL="0" marR="0">
                        <a:spcBef>
                          <a:spcPts val="0"/>
                        </a:spcBef>
                        <a:spcAft>
                          <a:spcPts val="0"/>
                        </a:spcAft>
                        <a:tabLst>
                          <a:tab pos="873760" algn="l"/>
                        </a:tabLst>
                      </a:pPr>
                      <a:r>
                        <a:rPr lang="en-PH" sz="1200" dirty="0">
                          <a:latin typeface="Calibri"/>
                          <a:ea typeface="Calibri"/>
                          <a:cs typeface="Times New Roman"/>
                        </a:rPr>
                        <a:t>GINSULAT </a:t>
                      </a:r>
                      <a:r>
                        <a:rPr lang="en-PH" sz="1200" dirty="0" smtClean="0">
                          <a:latin typeface="Calibri"/>
                          <a:ea typeface="Calibri"/>
                          <a:cs typeface="Times New Roman"/>
                        </a:rPr>
                        <a:t>NI:</a:t>
                      </a:r>
                      <a:endParaRPr lang="en-PH" sz="1200" dirty="0">
                        <a:latin typeface="Calibri"/>
                        <a:ea typeface="Calibri"/>
                        <a:cs typeface="Times New Roman"/>
                      </a:endParaRPr>
                    </a:p>
                  </a:txBody>
                  <a:tcPr marL="68580" marR="68580" marT="0" marB="0" anchor="ctr">
                    <a:lnL>
                      <a:noFill/>
                    </a:lnL>
                    <a:lnR>
                      <a:noFill/>
                    </a:lnR>
                    <a:lnT>
                      <a:noFill/>
                    </a:lnT>
                    <a:lnB>
                      <a:noFill/>
                    </a:lnB>
                  </a:tcPr>
                </a:tc>
              </a:tr>
              <a:tr h="0">
                <a:tc>
                  <a:txBody>
                    <a:bodyPr/>
                    <a:lstStyle/>
                    <a:p>
                      <a:pPr marL="0" marR="0" algn="l" defTabSz="914400" rtl="0" eaLnBrk="1" latinLnBrk="0" hangingPunct="1">
                        <a:spcBef>
                          <a:spcPts val="0"/>
                        </a:spcBef>
                        <a:spcAft>
                          <a:spcPts val="0"/>
                        </a:spcAft>
                        <a:tabLst>
                          <a:tab pos="873760" algn="l"/>
                        </a:tabLst>
                      </a:pPr>
                      <a:r>
                        <a:rPr lang="en-PH" sz="1200" b="1" kern="1200" dirty="0" smtClean="0">
                          <a:solidFill>
                            <a:schemeClr val="tx1"/>
                          </a:solidFill>
                          <a:latin typeface="Calibri"/>
                          <a:ea typeface="Calibri"/>
                          <a:cs typeface="Times New Roman"/>
                        </a:rPr>
                        <a:t>ERMA Y. TAYAB</a:t>
                      </a:r>
                      <a:endParaRPr lang="en-PH" sz="1200" b="1" kern="1200" dirty="0">
                        <a:solidFill>
                          <a:schemeClr val="tx1"/>
                        </a:solidFill>
                        <a:latin typeface="Calibri"/>
                        <a:ea typeface="Calibri"/>
                        <a:cs typeface="Times New Roman"/>
                      </a:endParaRPr>
                    </a:p>
                  </a:txBody>
                  <a:tcPr marL="68580" marR="68580" marT="0" marB="0" anchor="ctr">
                    <a:lnL>
                      <a:noFill/>
                    </a:lnL>
                    <a:lnR>
                      <a:noFill/>
                    </a:lnR>
                    <a:lnT>
                      <a:noFill/>
                    </a:lnT>
                    <a:lnB>
                      <a:noFill/>
                    </a:lnB>
                  </a:tcPr>
                </a:tc>
              </a:tr>
              <a:tr h="0">
                <a:tc>
                  <a:txBody>
                    <a:bodyPr/>
                    <a:lstStyle/>
                    <a:p>
                      <a:pPr marL="0" marR="0" algn="l" defTabSz="914400" rtl="0" eaLnBrk="1" latinLnBrk="0" hangingPunct="1">
                        <a:spcBef>
                          <a:spcPts val="0"/>
                        </a:spcBef>
                        <a:spcAft>
                          <a:spcPts val="0"/>
                        </a:spcAft>
                        <a:tabLst>
                          <a:tab pos="873760" algn="l"/>
                        </a:tabLst>
                      </a:pPr>
                      <a:r>
                        <a:rPr lang="en-PH" sz="1200" kern="1200" dirty="0" smtClean="0">
                          <a:solidFill>
                            <a:schemeClr val="tx1"/>
                          </a:solidFill>
                          <a:latin typeface="Calibri"/>
                          <a:ea typeface="Calibri"/>
                          <a:cs typeface="Times New Roman"/>
                        </a:rPr>
                        <a:t>GINLARAGWAY NI:</a:t>
                      </a:r>
                      <a:endParaRPr lang="en-PH" sz="1200" kern="1200" dirty="0">
                        <a:solidFill>
                          <a:schemeClr val="tx1"/>
                        </a:solidFill>
                        <a:latin typeface="Calibri"/>
                        <a:ea typeface="Calibri"/>
                        <a:cs typeface="Times New Roman"/>
                      </a:endParaRPr>
                    </a:p>
                  </a:txBody>
                  <a:tcPr marL="68580" marR="68580" marT="0" marB="0" anchor="ctr">
                    <a:lnL>
                      <a:noFill/>
                    </a:lnL>
                    <a:lnR>
                      <a:noFill/>
                    </a:lnR>
                    <a:lnT>
                      <a:noFill/>
                    </a:lnT>
                    <a:lnB>
                      <a:noFill/>
                    </a:lnB>
                  </a:tcPr>
                </a:tc>
              </a:tr>
              <a:tr h="0">
                <a:tc>
                  <a:txBody>
                    <a:bodyPr/>
                    <a:lstStyle/>
                    <a:p>
                      <a:pPr marL="0" marR="0" algn="l" defTabSz="914400" rtl="0" eaLnBrk="1" latinLnBrk="0" hangingPunct="1">
                        <a:spcBef>
                          <a:spcPts val="0"/>
                        </a:spcBef>
                        <a:spcAft>
                          <a:spcPts val="0"/>
                        </a:spcAft>
                        <a:tabLst>
                          <a:tab pos="873760" algn="l"/>
                        </a:tabLst>
                      </a:pPr>
                      <a:r>
                        <a:rPr lang="en-PH" sz="1200" b="1" kern="1200" dirty="0" smtClean="0">
                          <a:solidFill>
                            <a:schemeClr val="tx1"/>
                          </a:solidFill>
                          <a:latin typeface="Calibri"/>
                          <a:ea typeface="Calibri"/>
                          <a:cs typeface="Times New Roman"/>
                        </a:rPr>
                        <a:t>NONIE F.  FALCUNIT</a:t>
                      </a:r>
                      <a:endParaRPr lang="en-PH" sz="1200" b="1" kern="1200" dirty="0">
                        <a:solidFill>
                          <a:schemeClr val="tx1"/>
                        </a:solidFill>
                        <a:latin typeface="Calibri"/>
                        <a:ea typeface="Calibri"/>
                        <a:cs typeface="Times New Roman"/>
                      </a:endParaRPr>
                    </a:p>
                  </a:txBody>
                  <a:tcPr marL="68580" marR="68580" marT="0" marB="0" anchor="ctr">
                    <a:lnL>
                      <a:noFill/>
                    </a:lnL>
                    <a:lnR>
                      <a:noFill/>
                    </a:lnR>
                    <a:lnT>
                      <a:noFill/>
                    </a:lnT>
                    <a:lnB>
                      <a:noFill/>
                    </a:lnB>
                  </a:tcPr>
                </a:tc>
              </a:tr>
            </a:tbl>
          </a:graphicData>
        </a:graphic>
      </p:graphicFrame>
      <p:graphicFrame>
        <p:nvGraphicFramePr>
          <p:cNvPr id="13" name="Table 12"/>
          <p:cNvGraphicFramePr>
            <a:graphicFrameLocks noGrp="1"/>
          </p:cNvGraphicFramePr>
          <p:nvPr/>
        </p:nvGraphicFramePr>
        <p:xfrm>
          <a:off x="5773056" y="5896428"/>
          <a:ext cx="2971800" cy="548640"/>
        </p:xfrm>
        <a:graphic>
          <a:graphicData uri="http://schemas.openxmlformats.org/drawingml/2006/table">
            <a:tbl>
              <a:tblPr/>
              <a:tblGrid>
                <a:gridCol w="2971800"/>
              </a:tblGrid>
              <a:tr h="0">
                <a:tc>
                  <a:txBody>
                    <a:bodyPr/>
                    <a:lstStyle/>
                    <a:p>
                      <a:pPr marL="0" marR="0" algn="r">
                        <a:spcBef>
                          <a:spcPts val="0"/>
                        </a:spcBef>
                        <a:spcAft>
                          <a:spcPts val="0"/>
                        </a:spcAft>
                        <a:tabLst>
                          <a:tab pos="873760" algn="l"/>
                        </a:tabLst>
                      </a:pPr>
                      <a:r>
                        <a:rPr lang="en-PH" sz="1200" dirty="0">
                          <a:latin typeface="Calibri"/>
                          <a:ea typeface="Calibri"/>
                          <a:cs typeface="Times New Roman"/>
                        </a:rPr>
                        <a:t>GINBADBAD </a:t>
                      </a:r>
                      <a:r>
                        <a:rPr lang="en-PH" sz="1200" dirty="0" smtClean="0">
                          <a:latin typeface="Calibri"/>
                          <a:ea typeface="Calibri"/>
                          <a:cs typeface="Times New Roman"/>
                        </a:rPr>
                        <a:t>NI:</a:t>
                      </a:r>
                      <a:endParaRPr lang="en-PH" sz="1200" dirty="0">
                        <a:latin typeface="Calibri"/>
                        <a:ea typeface="Calibri"/>
                        <a:cs typeface="Times New Roman"/>
                      </a:endParaRPr>
                    </a:p>
                  </a:txBody>
                  <a:tcPr marL="68580" marR="68580" marT="0" marB="0" anchor="ctr">
                    <a:lnL>
                      <a:noFill/>
                    </a:lnL>
                    <a:lnR>
                      <a:noFill/>
                    </a:lnR>
                    <a:lnT>
                      <a:noFill/>
                    </a:lnT>
                    <a:lnB>
                      <a:noFill/>
                    </a:lnB>
                  </a:tcPr>
                </a:tc>
              </a:tr>
              <a:tr h="0">
                <a:tc>
                  <a:txBody>
                    <a:bodyPr/>
                    <a:lstStyle/>
                    <a:p>
                      <a:pPr marL="0" marR="0" algn="r" defTabSz="914400" rtl="0" eaLnBrk="1" latinLnBrk="0" hangingPunct="1">
                        <a:spcBef>
                          <a:spcPts val="0"/>
                        </a:spcBef>
                        <a:spcAft>
                          <a:spcPts val="0"/>
                        </a:spcAft>
                        <a:tabLst>
                          <a:tab pos="873760" algn="l"/>
                        </a:tabLst>
                      </a:pPr>
                      <a:r>
                        <a:rPr lang="en-PH" sz="1200" b="1" kern="1200" dirty="0" smtClean="0">
                          <a:solidFill>
                            <a:schemeClr val="tx1"/>
                          </a:solidFill>
                          <a:latin typeface="Calibri"/>
                          <a:ea typeface="Calibri"/>
                          <a:cs typeface="Times New Roman"/>
                        </a:rPr>
                        <a:t>JEMA E. BANTULAY</a:t>
                      </a:r>
                      <a:endParaRPr lang="en-PH" sz="1200" b="1" kern="1200" dirty="0">
                        <a:solidFill>
                          <a:schemeClr val="tx1"/>
                        </a:solidFill>
                        <a:latin typeface="Calibri"/>
                        <a:ea typeface="Calibri"/>
                        <a:cs typeface="Times New Roman"/>
                      </a:endParaRPr>
                    </a:p>
                  </a:txBody>
                  <a:tcPr marL="68580" marR="68580" marT="0" marB="0" anchor="ctr">
                    <a:lnL>
                      <a:noFill/>
                    </a:lnL>
                    <a:lnR>
                      <a:noFill/>
                    </a:lnR>
                    <a:lnT>
                      <a:noFill/>
                    </a:lnT>
                    <a:lnB>
                      <a:noFill/>
                    </a:lnB>
                  </a:tcPr>
                </a:tc>
              </a:tr>
              <a:tr h="0">
                <a:tc>
                  <a:txBody>
                    <a:bodyPr/>
                    <a:lstStyle/>
                    <a:p>
                      <a:pPr marL="0" marR="0" algn="r" defTabSz="914400" rtl="0" eaLnBrk="1" latinLnBrk="0" hangingPunct="1">
                        <a:spcBef>
                          <a:spcPts val="0"/>
                        </a:spcBef>
                        <a:spcAft>
                          <a:spcPts val="0"/>
                        </a:spcAft>
                        <a:tabLst>
                          <a:tab pos="873760" algn="l"/>
                        </a:tabLst>
                      </a:pPr>
                      <a:r>
                        <a:rPr lang="en-PH" sz="1200" b="1" kern="1200" dirty="0" smtClean="0">
                          <a:solidFill>
                            <a:schemeClr val="tx1"/>
                          </a:solidFill>
                          <a:latin typeface="Calibri"/>
                          <a:ea typeface="Calibri"/>
                          <a:cs typeface="Times New Roman"/>
                        </a:rPr>
                        <a:t>MA. JANET S. GEROSO, PH. D.</a:t>
                      </a:r>
                    </a:p>
                  </a:txBody>
                  <a:tcPr marL="68580" marR="68580" marT="0" marB="0" anchor="ctr">
                    <a:lnL>
                      <a:noFill/>
                    </a:lnL>
                    <a:lnR>
                      <a:noFill/>
                    </a:lnR>
                    <a:lnT>
                      <a:noFill/>
                    </a:lnT>
                    <a:lnB>
                      <a:noFill/>
                    </a:lnB>
                  </a:tcPr>
                </a:tc>
              </a:tr>
            </a:tbl>
          </a:graphicData>
        </a:graphic>
      </p:graphicFrame>
      <p:graphicFrame>
        <p:nvGraphicFramePr>
          <p:cNvPr id="14" name="Table 13"/>
          <p:cNvGraphicFramePr>
            <a:graphicFrameLocks noGrp="1"/>
          </p:cNvGraphicFramePr>
          <p:nvPr/>
        </p:nvGraphicFramePr>
        <p:xfrm>
          <a:off x="3737472" y="5867400"/>
          <a:ext cx="1676400" cy="487680"/>
        </p:xfrm>
        <a:graphic>
          <a:graphicData uri="http://schemas.openxmlformats.org/drawingml/2006/table">
            <a:tbl>
              <a:tblPr/>
              <a:tblGrid>
                <a:gridCol w="1676400"/>
              </a:tblGrid>
              <a:tr h="0">
                <a:tc>
                  <a:txBody>
                    <a:bodyPr/>
                    <a:lstStyle/>
                    <a:p>
                      <a:pPr marL="0" marR="0" algn="ctr">
                        <a:spcBef>
                          <a:spcPts val="0"/>
                        </a:spcBef>
                        <a:spcAft>
                          <a:spcPts val="0"/>
                        </a:spcAft>
                        <a:tabLst>
                          <a:tab pos="873760" algn="l"/>
                        </a:tabLst>
                      </a:pPr>
                      <a:r>
                        <a:rPr lang="en-PH" sz="1600" b="1" dirty="0">
                          <a:latin typeface="Calibri"/>
                          <a:ea typeface="Calibri"/>
                          <a:cs typeface="Times New Roman"/>
                        </a:rPr>
                        <a:t>HILIGAYNON</a:t>
                      </a:r>
                      <a:endParaRPr lang="en-PH" sz="1600" dirty="0">
                        <a:latin typeface="Calibri"/>
                        <a:ea typeface="Calibri"/>
                        <a:cs typeface="Times New Roman"/>
                      </a:endParaRPr>
                    </a:p>
                    <a:p>
                      <a:pPr marL="0" marR="0" algn="ctr">
                        <a:spcBef>
                          <a:spcPts val="0"/>
                        </a:spcBef>
                        <a:spcAft>
                          <a:spcPts val="0"/>
                        </a:spcAft>
                        <a:tabLst>
                          <a:tab pos="873760" algn="l"/>
                        </a:tabLst>
                      </a:pPr>
                      <a:r>
                        <a:rPr lang="en-PH" sz="1600" dirty="0">
                          <a:latin typeface="Calibri"/>
                          <a:ea typeface="Calibri"/>
                          <a:cs typeface="Times New Roman"/>
                        </a:rPr>
                        <a:t>STAGE 1</a:t>
                      </a:r>
                    </a:p>
                  </a:txBody>
                  <a:tcPr marL="68580" marR="68580" marT="0" marB="0" anchor="ctr">
                    <a:lnL>
                      <a:noFill/>
                    </a:lnL>
                    <a:lnR>
                      <a:noFill/>
                    </a:lnR>
                    <a:lnT>
                      <a:noFill/>
                    </a:lnT>
                    <a:lnB>
                      <a:noFill/>
                    </a:lnB>
                  </a:tcPr>
                </a:tc>
              </a:tr>
            </a:tbl>
          </a:graphicData>
        </a:graphic>
      </p:graphicFrame>
      <p:pic>
        <p:nvPicPr>
          <p:cNvPr id="12" name="Picture 11" descr="01rj.jpg"/>
          <p:cNvPicPr>
            <a:picLocks noChangeAspect="1"/>
          </p:cNvPicPr>
          <p:nvPr/>
        </p:nvPicPr>
        <p:blipFill>
          <a:blip r:embed="rId2"/>
          <a:stretch>
            <a:fillRect/>
          </a:stretch>
        </p:blipFill>
        <p:spPr>
          <a:xfrm>
            <a:off x="2594472" y="1476828"/>
            <a:ext cx="3962400" cy="4223005"/>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3150897" y="1956137"/>
            <a:ext cx="2679644" cy="184665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gn="ctr" fontAlgn="base">
              <a:spcBef>
                <a:spcPct val="0"/>
              </a:spcBef>
              <a:spcAft>
                <a:spcPct val="0"/>
              </a:spcAft>
            </a:pPr>
            <a:r>
              <a:rPr lang="en-PH" sz="2000" dirty="0" smtClean="0">
                <a:latin typeface="Arial" pitchFamily="34" charset="0"/>
                <a:ea typeface="Calibri" pitchFamily="34" charset="0"/>
                <a:cs typeface="Times New Roman" pitchFamily="18" charset="0"/>
              </a:rPr>
              <a:t>GINSULAT NI:</a:t>
            </a:r>
          </a:p>
          <a:p>
            <a:pPr algn="ctr" eaLnBrk="0" fontAlgn="base" hangingPunct="0">
              <a:spcBef>
                <a:spcPct val="0"/>
              </a:spcBef>
              <a:spcAft>
                <a:spcPct val="0"/>
              </a:spcAft>
            </a:pPr>
            <a:r>
              <a:rPr lang="en-PH" sz="2000" b="1" dirty="0" smtClean="0">
                <a:latin typeface="Arial" pitchFamily="34" charset="0"/>
                <a:ea typeface="Calibri" pitchFamily="34" charset="0"/>
                <a:cs typeface="Times New Roman" pitchFamily="18" charset="0"/>
              </a:rPr>
              <a:t>ERMA Y. TAYAB</a:t>
            </a:r>
          </a:p>
          <a:p>
            <a:pPr algn="ctr" eaLnBrk="0" fontAlgn="base" hangingPunct="0">
              <a:spcBef>
                <a:spcPct val="0"/>
              </a:spcBef>
              <a:spcAft>
                <a:spcPct val="0"/>
              </a:spcAft>
            </a:pPr>
            <a:endParaRPr lang="en-PH" sz="2000" b="1" dirty="0" smtClean="0">
              <a:latin typeface="Arial" pitchFamily="34" charset="0"/>
              <a:ea typeface="Calibri" pitchFamily="34" charset="0"/>
              <a:cs typeface="Times New Roman" pitchFamily="18" charset="0"/>
            </a:endParaRPr>
          </a:p>
          <a:p>
            <a:pPr algn="ctr" eaLnBrk="0" fontAlgn="base" hangingPunct="0">
              <a:spcBef>
                <a:spcPct val="0"/>
              </a:spcBef>
              <a:spcAft>
                <a:spcPct val="0"/>
              </a:spcAft>
            </a:pPr>
            <a:endParaRPr lang="en-PH" sz="1400" b="1" dirty="0" smtClean="0">
              <a:latin typeface="Arial" pitchFamily="34" charset="0"/>
              <a:ea typeface="Calibri" pitchFamily="34" charset="0"/>
              <a:cs typeface="Times New Roman" pitchFamily="18" charset="0"/>
            </a:endParaRPr>
          </a:p>
          <a:p>
            <a:pPr lvl="0" algn="ctr" fontAlgn="base">
              <a:spcBef>
                <a:spcPct val="0"/>
              </a:spcBef>
              <a:spcAft>
                <a:spcPct val="0"/>
              </a:spcAft>
            </a:pPr>
            <a:r>
              <a:rPr lang="en-PH" sz="2000" dirty="0" smtClean="0">
                <a:latin typeface="Arial" pitchFamily="34" charset="0"/>
                <a:ea typeface="Calibri" pitchFamily="34" charset="0"/>
                <a:cs typeface="Times New Roman" pitchFamily="18" charset="0"/>
              </a:rPr>
              <a:t>GINLARAGWAY NI:</a:t>
            </a:r>
          </a:p>
          <a:p>
            <a:pPr algn="ctr" eaLnBrk="0" fontAlgn="base" hangingPunct="0">
              <a:spcBef>
                <a:spcPct val="0"/>
              </a:spcBef>
              <a:spcAft>
                <a:spcPct val="0"/>
              </a:spcAft>
            </a:pPr>
            <a:r>
              <a:rPr lang="en-PH" sz="2000" b="1" dirty="0" smtClean="0">
                <a:latin typeface="Arial" pitchFamily="34" charset="0"/>
                <a:ea typeface="Calibri" pitchFamily="34" charset="0"/>
                <a:cs typeface="Times New Roman" pitchFamily="18" charset="0"/>
              </a:rPr>
              <a:t>NONIE F.  FALCUNIT</a:t>
            </a:r>
          </a:p>
        </p:txBody>
      </p:sp>
      <p:sp>
        <p:nvSpPr>
          <p:cNvPr id="14339" name="Rectangle 3"/>
          <p:cNvSpPr>
            <a:spLocks noChangeArrowheads="1"/>
          </p:cNvSpPr>
          <p:nvPr/>
        </p:nvSpPr>
        <p:spPr bwMode="auto">
          <a:xfrm>
            <a:off x="2504438" y="4242137"/>
            <a:ext cx="3972562" cy="1015663"/>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algn="ctr" fontAlgn="base">
              <a:spcBef>
                <a:spcPct val="0"/>
              </a:spcBef>
              <a:spcAft>
                <a:spcPct val="0"/>
              </a:spcAft>
            </a:pPr>
            <a:r>
              <a:rPr lang="en-PH" sz="2000" dirty="0" smtClean="0">
                <a:latin typeface="Arial" pitchFamily="34" charset="0"/>
                <a:ea typeface="Calibri" pitchFamily="34" charset="0"/>
                <a:cs typeface="Times New Roman" pitchFamily="18" charset="0"/>
              </a:rPr>
              <a:t>GINBADBAD NANDAY:</a:t>
            </a:r>
          </a:p>
          <a:p>
            <a:pPr algn="ctr" eaLnBrk="0" fontAlgn="base" hangingPunct="0">
              <a:spcBef>
                <a:spcPct val="0"/>
              </a:spcBef>
              <a:spcAft>
                <a:spcPct val="0"/>
              </a:spcAft>
              <a:tabLst>
                <a:tab pos="873760" algn="l"/>
              </a:tabLst>
            </a:pPr>
            <a:r>
              <a:rPr lang="en-PH" sz="2000" b="1" dirty="0" smtClean="0">
                <a:latin typeface="Arial" pitchFamily="34" charset="0"/>
                <a:ea typeface="Calibri" pitchFamily="34" charset="0"/>
                <a:cs typeface="Times New Roman" pitchFamily="18" charset="0"/>
              </a:rPr>
              <a:t>JEMA E. BANTULAY</a:t>
            </a:r>
          </a:p>
          <a:p>
            <a:pPr algn="ctr" eaLnBrk="0" fontAlgn="base" hangingPunct="0">
              <a:spcBef>
                <a:spcPct val="0"/>
              </a:spcBef>
              <a:spcAft>
                <a:spcPct val="0"/>
              </a:spcAft>
              <a:tabLst>
                <a:tab pos="873760" algn="l"/>
              </a:tabLst>
            </a:pPr>
            <a:r>
              <a:rPr lang="en-PH" sz="2000" b="1" dirty="0" smtClean="0">
                <a:latin typeface="Arial" pitchFamily="34" charset="0"/>
                <a:ea typeface="Calibri" pitchFamily="34" charset="0"/>
                <a:cs typeface="Times New Roman" pitchFamily="18" charset="0"/>
              </a:rPr>
              <a:t>MA. JANET S. GEROSO, PH. D.</a:t>
            </a:r>
          </a:p>
        </p:txBody>
      </p:sp>
      <p:sp>
        <p:nvSpPr>
          <p:cNvPr id="14340" name="Rectangle 4"/>
          <p:cNvSpPr>
            <a:spLocks noChangeArrowheads="1"/>
          </p:cNvSpPr>
          <p:nvPr/>
        </p:nvSpPr>
        <p:spPr bwMode="auto">
          <a:xfrm>
            <a:off x="3446716" y="5646003"/>
            <a:ext cx="2088007" cy="83099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PH" sz="2400" b="1"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HILIGAYNON</a:t>
            </a:r>
            <a:endParaRPr kumimoji="0" lang="en-PH" sz="24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PH" sz="2400" b="0" i="0" u="none" strike="noStrike" cap="none" normalizeH="0" baseline="0" dirty="0" smtClean="0">
                <a:ln>
                  <a:noFill/>
                </a:ln>
                <a:solidFill>
                  <a:schemeClr val="tx1"/>
                </a:solidFill>
                <a:effectLst/>
                <a:latin typeface="Arial" pitchFamily="34" charset="0"/>
                <a:ea typeface="Calibri" pitchFamily="34" charset="0"/>
                <a:cs typeface="Times New Roman" pitchFamily="18" charset="0"/>
              </a:rPr>
              <a:t>STAGE 1</a:t>
            </a:r>
            <a:r>
              <a:rPr kumimoji="0" lang="en-PH" sz="2400" b="0" i="0" u="none" strike="noStrike" cap="none" normalizeH="0" baseline="0" dirty="0" smtClean="0">
                <a:ln>
                  <a:noFill/>
                </a:ln>
                <a:solidFill>
                  <a:schemeClr val="tx1"/>
                </a:solidFill>
                <a:effectLst/>
                <a:latin typeface="Arial" pitchFamily="34" charset="0"/>
                <a:cs typeface="Arial" pitchFamily="34" charset="0"/>
              </a:rPr>
              <a:t> </a:t>
            </a:r>
          </a:p>
        </p:txBody>
      </p:sp>
      <p:sp>
        <p:nvSpPr>
          <p:cNvPr id="7" name="Rectangle 6"/>
          <p:cNvSpPr/>
          <p:nvPr/>
        </p:nvSpPr>
        <p:spPr>
          <a:xfrm>
            <a:off x="2278298" y="525959"/>
            <a:ext cx="4427302" cy="769441"/>
          </a:xfrm>
          <a:prstGeom prst="rect">
            <a:avLst/>
          </a:prstGeom>
        </p:spPr>
        <p:txBody>
          <a:bodyPr wrap="none">
            <a:spAutoFit/>
          </a:bodyPr>
          <a:lstStyle/>
          <a:p>
            <a:r>
              <a:rPr lang="en-PH" sz="4400" dirty="0" err="1" smtClean="0">
                <a:latin typeface="Arial Black" pitchFamily="34" charset="0"/>
              </a:rPr>
              <a:t>Ang</a:t>
            </a:r>
            <a:r>
              <a:rPr lang="en-PH" sz="4400" dirty="0" smtClean="0">
                <a:latin typeface="Arial Black" pitchFamily="34" charset="0"/>
              </a:rPr>
              <a:t> </a:t>
            </a:r>
            <a:r>
              <a:rPr lang="en-PH" sz="4400" dirty="0" err="1" smtClean="0">
                <a:latin typeface="Arial Black" pitchFamily="34" charset="0"/>
              </a:rPr>
              <a:t>Mag-utod</a:t>
            </a:r>
            <a:endParaRPr lang="en-PH" sz="4400" dirty="0" smtClean="0">
              <a:latin typeface="Arial Black" pitchFamily="34" charset="0"/>
              <a:ea typeface="+mj-ea"/>
              <a:cs typeface="+mj-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04800" y="304800"/>
            <a:ext cx="8534400" cy="5940088"/>
          </a:xfrm>
          <a:prstGeom prst="rect">
            <a:avLst/>
          </a:prstGeom>
          <a:noFill/>
        </p:spPr>
        <p:txBody>
          <a:bodyPr wrap="square" rtlCol="0">
            <a:spAutoFit/>
          </a:bodyPr>
          <a:lstStyle/>
          <a:p>
            <a:endParaRPr lang="en-PH" sz="1000" b="1" dirty="0" smtClean="0"/>
          </a:p>
          <a:p>
            <a:r>
              <a:rPr lang="en-PH" sz="3200" b="1" dirty="0" smtClean="0">
                <a:latin typeface="Arial" pitchFamily="34" charset="0"/>
                <a:cs typeface="Arial" pitchFamily="34" charset="0"/>
              </a:rPr>
              <a:t>Para </a:t>
            </a:r>
            <a:r>
              <a:rPr lang="en-PH" sz="3200" b="1" dirty="0" err="1" smtClean="0">
                <a:latin typeface="Arial" pitchFamily="34" charset="0"/>
                <a:cs typeface="Arial" pitchFamily="34" charset="0"/>
              </a:rPr>
              <a:t>sa</a:t>
            </a:r>
            <a:r>
              <a:rPr lang="en-PH" sz="3200" b="1" dirty="0" smtClean="0">
                <a:latin typeface="Arial" pitchFamily="34" charset="0"/>
                <a:cs typeface="Arial" pitchFamily="34" charset="0"/>
              </a:rPr>
              <a:t> Bata </a:t>
            </a:r>
            <a:r>
              <a:rPr lang="en-PH" sz="3200" b="1" dirty="0" err="1" smtClean="0">
                <a:latin typeface="Arial" pitchFamily="34" charset="0"/>
                <a:cs typeface="Arial" pitchFamily="34" charset="0"/>
              </a:rPr>
              <a:t>nga</a:t>
            </a:r>
            <a:r>
              <a:rPr lang="en-PH" sz="3200" b="1" dirty="0" smtClean="0">
                <a:latin typeface="Arial" pitchFamily="34" charset="0"/>
                <a:cs typeface="Arial" pitchFamily="34" charset="0"/>
              </a:rPr>
              <a:t> </a:t>
            </a:r>
            <a:r>
              <a:rPr lang="en-PH" sz="3200" b="1" dirty="0" err="1" smtClean="0">
                <a:latin typeface="Arial" pitchFamily="34" charset="0"/>
                <a:cs typeface="Arial" pitchFamily="34" charset="0"/>
              </a:rPr>
              <a:t>Manugbasa</a:t>
            </a:r>
            <a:r>
              <a:rPr lang="en-PH" sz="3200" b="1" dirty="0" smtClean="0">
                <a:latin typeface="Arial" pitchFamily="34" charset="0"/>
                <a:cs typeface="Arial" pitchFamily="34" charset="0"/>
              </a:rPr>
              <a:t>:</a:t>
            </a:r>
            <a:endParaRPr lang="en-PH" sz="3200" dirty="0" smtClean="0">
              <a:latin typeface="Arial" pitchFamily="34" charset="0"/>
              <a:cs typeface="Arial" pitchFamily="34" charset="0"/>
            </a:endParaRPr>
          </a:p>
          <a:p>
            <a:r>
              <a:rPr lang="en-PH" sz="3200" b="1" dirty="0" smtClean="0">
                <a:latin typeface="Arial" pitchFamily="34" charset="0"/>
                <a:cs typeface="Arial" pitchFamily="34" charset="0"/>
              </a:rPr>
              <a:t> </a:t>
            </a:r>
            <a:endParaRPr lang="en-PH" sz="3200" dirty="0" smtClean="0">
              <a:latin typeface="Arial" pitchFamily="34" charset="0"/>
              <a:cs typeface="Arial" pitchFamily="34" charset="0"/>
            </a:endParaRPr>
          </a:p>
          <a:p>
            <a:pPr algn="just"/>
            <a:r>
              <a:rPr lang="en-PH" sz="3200" b="1" dirty="0" smtClean="0">
                <a:latin typeface="Arial" pitchFamily="34" charset="0"/>
                <a:cs typeface="Arial" pitchFamily="34" charset="0"/>
              </a:rPr>
              <a:t>	</a:t>
            </a:r>
            <a:r>
              <a:rPr lang="en-PH" sz="3200" dirty="0" err="1" smtClean="0">
                <a:latin typeface="Arial" pitchFamily="34" charset="0"/>
                <a:cs typeface="Arial" pitchFamily="34" charset="0"/>
              </a:rPr>
              <a:t>Ginhimo</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ini</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nga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libro</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para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imo</a:t>
            </a:r>
            <a:r>
              <a:rPr lang="en-PH" sz="3200" dirty="0" smtClean="0">
                <a:latin typeface="Arial" pitchFamily="34" charset="0"/>
                <a:cs typeface="Arial" pitchFamily="34" charset="0"/>
              </a:rPr>
              <a:t>.</a:t>
            </a:r>
          </a:p>
          <a:p>
            <a:pPr algn="just"/>
            <a:r>
              <a:rPr lang="en-PH" sz="3200" dirty="0" smtClean="0">
                <a:latin typeface="Arial" pitchFamily="34" charset="0"/>
                <a:cs typeface="Arial" pitchFamily="34" charset="0"/>
              </a:rPr>
              <a:t> </a:t>
            </a:r>
          </a:p>
          <a:p>
            <a:pPr algn="just"/>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Ini</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nahanungod</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bagay</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nga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makit</a:t>
            </a:r>
            <a:r>
              <a:rPr lang="en-PH" sz="3200" dirty="0" smtClean="0">
                <a:latin typeface="Arial" pitchFamily="34" charset="0"/>
                <a:cs typeface="Arial" pitchFamily="34" charset="0"/>
              </a:rPr>
              <a:t>-an </a:t>
            </a:r>
            <a:r>
              <a:rPr lang="en-PH" sz="3200" dirty="0" err="1" smtClean="0">
                <a:latin typeface="Arial" pitchFamily="34" charset="0"/>
                <a:cs typeface="Arial" pitchFamily="34" charset="0"/>
              </a:rPr>
              <a:t>sa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imo</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palibot</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ukon</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bata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nga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subong</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imo</a:t>
            </a:r>
            <a:r>
              <a:rPr lang="en-PH" sz="3200" dirty="0" smtClean="0">
                <a:latin typeface="Arial" pitchFamily="34" charset="0"/>
                <a:cs typeface="Arial" pitchFamily="34" charset="0"/>
              </a:rPr>
              <a:t>.</a:t>
            </a:r>
          </a:p>
          <a:p>
            <a:pPr algn="just"/>
            <a:r>
              <a:rPr lang="en-PH" sz="3200" dirty="0" smtClean="0">
                <a:latin typeface="Arial" pitchFamily="34" charset="0"/>
                <a:cs typeface="Arial" pitchFamily="34" charset="0"/>
              </a:rPr>
              <a:t> </a:t>
            </a:r>
          </a:p>
          <a:p>
            <a:pPr algn="just"/>
            <a:r>
              <a:rPr lang="en-PH" sz="3200" dirty="0" smtClean="0">
                <a:latin typeface="Arial" pitchFamily="34" charset="0"/>
                <a:cs typeface="Arial" pitchFamily="34" charset="0"/>
              </a:rPr>
              <a:t>	</a:t>
            </a:r>
            <a:r>
              <a:rPr lang="en-PH" sz="3200" dirty="0" err="1" smtClean="0">
                <a:latin typeface="Arial" pitchFamily="34" charset="0"/>
                <a:cs typeface="Arial" pitchFamily="34" charset="0"/>
              </a:rPr>
              <a:t>Maluyagan</a:t>
            </a:r>
            <a:r>
              <a:rPr lang="en-PH" sz="3200" dirty="0" smtClean="0">
                <a:latin typeface="Arial" pitchFamily="34" charset="0"/>
                <a:cs typeface="Arial" pitchFamily="34" charset="0"/>
              </a:rPr>
              <a:t> mo </a:t>
            </a:r>
            <a:r>
              <a:rPr lang="en-PH" sz="3200" dirty="0" err="1" smtClean="0">
                <a:latin typeface="Arial" pitchFamily="34" charset="0"/>
                <a:cs typeface="Arial" pitchFamily="34" charset="0"/>
              </a:rPr>
              <a:t>tani</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ini</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Malipayon</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nga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pagbasa</a:t>
            </a:r>
            <a:r>
              <a:rPr lang="en-PH" sz="3200" dirty="0" smtClean="0">
                <a:latin typeface="Arial" pitchFamily="34" charset="0"/>
                <a:cs typeface="Arial" pitchFamily="34" charset="0"/>
              </a:rPr>
              <a:t>!</a:t>
            </a:r>
          </a:p>
          <a:p>
            <a:r>
              <a:rPr lang="en-PH" sz="3200" dirty="0" smtClean="0">
                <a:latin typeface="Arial" pitchFamily="34" charset="0"/>
                <a:cs typeface="Arial" pitchFamily="34" charset="0"/>
              </a:rPr>
              <a:t> </a:t>
            </a:r>
          </a:p>
          <a:p>
            <a:r>
              <a:rPr lang="en-PH" dirty="0" smtClean="0">
                <a:latin typeface="Arial" pitchFamily="34" charset="0"/>
                <a:cs typeface="Arial" pitchFamily="34" charset="0"/>
              </a:rPr>
              <a:t>									</a:t>
            </a:r>
            <a:r>
              <a:rPr lang="en-PH" sz="3200" dirty="0" smtClean="0">
                <a:latin typeface="Arial" pitchFamily="34" charset="0"/>
                <a:cs typeface="Arial" pitchFamily="34" charset="0"/>
              </a:rPr>
              <a:t>				</a:t>
            </a:r>
            <a:r>
              <a:rPr lang="en-PH" sz="3200" b="1" dirty="0" err="1" smtClean="0">
                <a:latin typeface="Arial" pitchFamily="34" charset="0"/>
                <a:cs typeface="Arial" pitchFamily="34" charset="0"/>
              </a:rPr>
              <a:t>Ang</a:t>
            </a:r>
            <a:r>
              <a:rPr lang="en-PH" sz="3200" b="1" dirty="0" smtClean="0">
                <a:latin typeface="Arial" pitchFamily="34" charset="0"/>
                <a:cs typeface="Arial" pitchFamily="34" charset="0"/>
              </a:rPr>
              <a:t> </a:t>
            </a:r>
            <a:r>
              <a:rPr lang="en-PH" sz="3200" b="1" dirty="0" err="1" smtClean="0">
                <a:latin typeface="Arial" pitchFamily="34" charset="0"/>
                <a:cs typeface="Arial" pitchFamily="34" charset="0"/>
              </a:rPr>
              <a:t>mga</a:t>
            </a:r>
            <a:r>
              <a:rPr lang="en-PH" sz="3200" b="1" dirty="0" smtClean="0">
                <a:latin typeface="Arial" pitchFamily="34" charset="0"/>
                <a:cs typeface="Arial" pitchFamily="34" charset="0"/>
              </a:rPr>
              <a:t> Tag-</a:t>
            </a:r>
            <a:r>
              <a:rPr lang="en-PH" sz="3200" b="1" dirty="0" err="1" smtClean="0">
                <a:latin typeface="Arial" pitchFamily="34" charset="0"/>
                <a:cs typeface="Arial" pitchFamily="34" charset="0"/>
              </a:rPr>
              <a:t>sulat</a:t>
            </a:r>
            <a:endParaRPr lang="en-PH" sz="32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10200" y="1470660"/>
            <a:ext cx="3581400" cy="5324535"/>
          </a:xfrm>
          <a:prstGeom prst="rect">
            <a:avLst/>
          </a:prstGeom>
        </p:spPr>
        <p:txBody>
          <a:bodyPr wrap="square">
            <a:spAutoFit/>
          </a:bodyPr>
          <a:lstStyle/>
          <a:p>
            <a:pPr algn="just"/>
            <a:endParaRPr lang="en-PH" sz="1200" dirty="0" smtClean="0">
              <a:latin typeface="Arial" pitchFamily="34" charset="0"/>
              <a:cs typeface="Arial" pitchFamily="34" charset="0"/>
            </a:endParaRPr>
          </a:p>
          <a:p>
            <a:endParaRPr lang="en-PH" sz="2800" dirty="0" smtClean="0">
              <a:latin typeface="Arial" pitchFamily="34" charset="0"/>
              <a:cs typeface="Arial" pitchFamily="34" charset="0"/>
            </a:endParaRPr>
          </a:p>
          <a:p>
            <a:r>
              <a:rPr lang="en-PH" sz="4000" dirty="0" smtClean="0">
                <a:latin typeface="Arial" pitchFamily="34" charset="0"/>
                <a:cs typeface="Arial" pitchFamily="34" charset="0"/>
              </a:rPr>
              <a:t> </a:t>
            </a:r>
            <a:r>
              <a:rPr lang="en-PH" sz="3600" dirty="0" smtClean="0">
                <a:latin typeface="Arial" pitchFamily="34" charset="0"/>
                <a:cs typeface="Arial" pitchFamily="34" charset="0"/>
              </a:rPr>
              <a:t>May </a:t>
            </a:r>
            <a:r>
              <a:rPr lang="en-PH" sz="3600" dirty="0" err="1" smtClean="0">
                <a:latin typeface="Arial" pitchFamily="34" charset="0"/>
                <a:cs typeface="Arial" pitchFamily="34" charset="0"/>
              </a:rPr>
              <a:t>mag-utod</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ang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ila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ngalan</a:t>
            </a:r>
            <a:r>
              <a:rPr lang="en-PH" sz="3600" dirty="0" smtClean="0">
                <a:latin typeface="Arial" pitchFamily="34" charset="0"/>
                <a:cs typeface="Arial" pitchFamily="34" charset="0"/>
              </a:rPr>
              <a:t> Toto </a:t>
            </a:r>
            <a:r>
              <a:rPr lang="en-PH" sz="3600" dirty="0" err="1" smtClean="0">
                <a:latin typeface="Arial" pitchFamily="34" charset="0"/>
                <a:cs typeface="Arial" pitchFamily="34" charset="0"/>
              </a:rPr>
              <a:t>kag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Dayday</a:t>
            </a:r>
            <a:r>
              <a:rPr lang="en-PH" sz="3600" dirty="0" smtClean="0">
                <a:latin typeface="Arial" pitchFamily="34" charset="0"/>
                <a:cs typeface="Arial" pitchFamily="34" charset="0"/>
              </a:rPr>
              <a:t>.</a:t>
            </a:r>
            <a:endParaRPr lang="en-PH" sz="3600" b="1" dirty="0" smtClean="0">
              <a:latin typeface="Arial" pitchFamily="34" charset="0"/>
              <a:cs typeface="Arial" pitchFamily="34" charset="0"/>
            </a:endParaRPr>
          </a:p>
          <a:p>
            <a:pPr algn="ctr"/>
            <a:endParaRPr lang="en-PH" sz="2800" b="1" dirty="0" smtClean="0">
              <a:latin typeface="Arial" pitchFamily="34" charset="0"/>
              <a:cs typeface="Arial" pitchFamily="34" charset="0"/>
            </a:endParaRPr>
          </a:p>
          <a:p>
            <a:pPr algn="ctr"/>
            <a:endParaRPr lang="en-PH" sz="4400" b="1" dirty="0" smtClean="0">
              <a:latin typeface="Arial" pitchFamily="34" charset="0"/>
              <a:cs typeface="Arial" pitchFamily="34" charset="0"/>
            </a:endParaRPr>
          </a:p>
          <a:p>
            <a:pPr algn="ctr"/>
            <a:endParaRPr lang="en-PH" sz="4400" b="1" dirty="0" smtClean="0">
              <a:latin typeface="Arial" pitchFamily="34" charset="0"/>
              <a:cs typeface="Arial" pitchFamily="34" charset="0"/>
            </a:endParaRPr>
          </a:p>
          <a:p>
            <a:pPr algn="r"/>
            <a:endParaRPr lang="en-PH" sz="2000" b="1" dirty="0" smtClean="0">
              <a:latin typeface="Arial" pitchFamily="34" charset="0"/>
              <a:cs typeface="Arial" pitchFamily="34" charset="0"/>
            </a:endParaRPr>
          </a:p>
          <a:p>
            <a:pPr algn="r"/>
            <a:r>
              <a:rPr lang="en-PH" b="1" dirty="0" smtClean="0">
                <a:latin typeface="Arial" pitchFamily="34" charset="0"/>
                <a:cs typeface="Arial" pitchFamily="34" charset="0"/>
              </a:rPr>
              <a:t>1</a:t>
            </a:r>
            <a:endParaRPr lang="en-PH" b="1" dirty="0">
              <a:latin typeface="Arial" pitchFamily="34" charset="0"/>
              <a:cs typeface="Arial" pitchFamily="34" charset="0"/>
            </a:endParaRPr>
          </a:p>
        </p:txBody>
      </p:sp>
      <p:pic>
        <p:nvPicPr>
          <p:cNvPr id="5" name="Picture 4" descr="02rj.jpg"/>
          <p:cNvPicPr>
            <a:picLocks noChangeAspect="1"/>
          </p:cNvPicPr>
          <p:nvPr/>
        </p:nvPicPr>
        <p:blipFill>
          <a:blip r:embed="rId2"/>
          <a:stretch>
            <a:fillRect/>
          </a:stretch>
        </p:blipFill>
        <p:spPr>
          <a:xfrm>
            <a:off x="0" y="1466014"/>
            <a:ext cx="5367528" cy="3929672"/>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10200" y="838200"/>
            <a:ext cx="3581400" cy="6032421"/>
          </a:xfrm>
          <a:prstGeom prst="rect">
            <a:avLst/>
          </a:prstGeom>
        </p:spPr>
        <p:txBody>
          <a:bodyPr wrap="square">
            <a:spAutoFit/>
          </a:bodyPr>
          <a:lstStyle/>
          <a:p>
            <a:r>
              <a:rPr lang="en-PH" sz="4000" dirty="0" smtClean="0">
                <a:latin typeface="Arial" pitchFamily="34" charset="0"/>
                <a:cs typeface="Arial" pitchFamily="34" charset="0"/>
              </a:rPr>
              <a:t> </a:t>
            </a:r>
            <a:r>
              <a:rPr lang="en-PH" sz="3600" dirty="0" smtClean="0">
                <a:latin typeface="Arial" pitchFamily="34" charset="0"/>
                <a:cs typeface="Arial" pitchFamily="34" charset="0"/>
              </a:rPr>
              <a:t>Si Toto </a:t>
            </a:r>
            <a:r>
              <a:rPr lang="en-PH" sz="3600" dirty="0" err="1" smtClean="0">
                <a:latin typeface="Arial" pitchFamily="34" charset="0"/>
                <a:cs typeface="Arial" pitchFamily="34" charset="0"/>
              </a:rPr>
              <a:t>luyag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maglantaw</a:t>
            </a:r>
            <a:r>
              <a:rPr lang="en-PH" sz="3600" dirty="0" smtClean="0">
                <a:latin typeface="Arial" pitchFamily="34" charset="0"/>
                <a:cs typeface="Arial" pitchFamily="34" charset="0"/>
              </a:rPr>
              <a:t> sang cartoon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Ben10. Si </a:t>
            </a:r>
            <a:r>
              <a:rPr lang="en-PH" sz="3600" dirty="0" err="1" smtClean="0">
                <a:latin typeface="Arial" pitchFamily="34" charset="0"/>
                <a:cs typeface="Arial" pitchFamily="34" charset="0"/>
              </a:rPr>
              <a:t>Dayday</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naman</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luyag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maglantaw</a:t>
            </a:r>
            <a:r>
              <a:rPr lang="en-PH" sz="3600" dirty="0" smtClean="0">
                <a:latin typeface="Arial" pitchFamily="34" charset="0"/>
                <a:cs typeface="Arial" pitchFamily="34" charset="0"/>
              </a:rPr>
              <a:t> sang cartoon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Dora.</a:t>
            </a:r>
            <a:endParaRPr lang="en-PH" sz="7200"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sz="2000" b="1" dirty="0" smtClean="0">
              <a:latin typeface="Arial" pitchFamily="34" charset="0"/>
              <a:cs typeface="Arial" pitchFamily="34" charset="0"/>
            </a:endParaRPr>
          </a:p>
          <a:p>
            <a:pPr algn="r"/>
            <a:r>
              <a:rPr lang="en-PH" b="1" dirty="0" smtClean="0">
                <a:latin typeface="Arial" pitchFamily="34" charset="0"/>
                <a:cs typeface="Arial" pitchFamily="34" charset="0"/>
              </a:rPr>
              <a:t>2</a:t>
            </a:r>
            <a:endParaRPr lang="en-PH" b="1" dirty="0">
              <a:latin typeface="Arial" pitchFamily="34" charset="0"/>
              <a:cs typeface="Arial" pitchFamily="34" charset="0"/>
            </a:endParaRPr>
          </a:p>
        </p:txBody>
      </p:sp>
      <p:pic>
        <p:nvPicPr>
          <p:cNvPr id="5" name="Picture 4" descr="03rj.jpg"/>
          <p:cNvPicPr>
            <a:picLocks noChangeAspect="1"/>
          </p:cNvPicPr>
          <p:nvPr/>
        </p:nvPicPr>
        <p:blipFill>
          <a:blip r:embed="rId2"/>
          <a:stretch>
            <a:fillRect/>
          </a:stretch>
        </p:blipFill>
        <p:spPr>
          <a:xfrm>
            <a:off x="0" y="1763806"/>
            <a:ext cx="5367528" cy="3265394"/>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10200" y="547914"/>
            <a:ext cx="3581400" cy="6247864"/>
          </a:xfrm>
          <a:prstGeom prst="rect">
            <a:avLst/>
          </a:prstGeom>
        </p:spPr>
        <p:txBody>
          <a:bodyPr wrap="square">
            <a:spAutoFit/>
          </a:bodyPr>
          <a:lstStyle/>
          <a:p>
            <a:r>
              <a:rPr lang="en-PH" sz="4000" dirty="0" smtClean="0">
                <a:latin typeface="Arial" pitchFamily="34" charset="0"/>
                <a:cs typeface="Arial" pitchFamily="34" charset="0"/>
              </a:rPr>
              <a:t> </a:t>
            </a:r>
            <a:r>
              <a:rPr lang="en-PH" sz="3600" dirty="0" smtClean="0">
                <a:latin typeface="Arial" pitchFamily="34" charset="0"/>
                <a:cs typeface="Arial" pitchFamily="34" charset="0"/>
              </a:rPr>
              <a:t>Isa ka </a:t>
            </a:r>
            <a:r>
              <a:rPr lang="en-PH" sz="3600" dirty="0" err="1" smtClean="0">
                <a:latin typeface="Arial" pitchFamily="34" charset="0"/>
                <a:cs typeface="Arial" pitchFamily="34" charset="0"/>
              </a:rPr>
              <a:t>adlaw</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ginbaklan</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sila</a:t>
            </a:r>
            <a:r>
              <a:rPr lang="en-PH" sz="3600" dirty="0" smtClean="0">
                <a:latin typeface="Arial" pitchFamily="34" charset="0"/>
                <a:cs typeface="Arial" pitchFamily="34" charset="0"/>
              </a:rPr>
              <a:t> sang portable DVD sang </a:t>
            </a:r>
            <a:r>
              <a:rPr lang="en-PH" sz="3600" dirty="0" err="1" smtClean="0">
                <a:latin typeface="Arial" pitchFamily="34" charset="0"/>
                <a:cs typeface="Arial" pitchFamily="34" charset="0"/>
              </a:rPr>
              <a:t>ila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mama. </a:t>
            </a:r>
            <a:r>
              <a:rPr lang="en-PH" sz="3600" dirty="0" err="1" smtClean="0">
                <a:latin typeface="Arial" pitchFamily="34" charset="0"/>
                <a:cs typeface="Arial" pitchFamily="34" charset="0"/>
              </a:rPr>
              <a:t>Ginbaklan</a:t>
            </a:r>
            <a:r>
              <a:rPr lang="en-PH" sz="3600" dirty="0" smtClean="0">
                <a:latin typeface="Arial" pitchFamily="34" charset="0"/>
                <a:cs typeface="Arial" pitchFamily="34" charset="0"/>
              </a:rPr>
              <a:t> pa </a:t>
            </a:r>
            <a:r>
              <a:rPr lang="en-PH" sz="3600" dirty="0" err="1" smtClean="0">
                <a:latin typeface="Arial" pitchFamily="34" charset="0"/>
                <a:cs typeface="Arial" pitchFamily="34" charset="0"/>
              </a:rPr>
              <a:t>gid</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sila</a:t>
            </a:r>
            <a:r>
              <a:rPr lang="en-PH" sz="3600" dirty="0" smtClean="0">
                <a:latin typeface="Arial" pitchFamily="34" charset="0"/>
                <a:cs typeface="Arial" pitchFamily="34" charset="0"/>
              </a:rPr>
              <a:t> sang DVD tape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Ben10 </a:t>
            </a:r>
            <a:r>
              <a:rPr lang="en-PH" sz="3600" dirty="0" err="1" smtClean="0">
                <a:latin typeface="Arial" pitchFamily="34" charset="0"/>
                <a:cs typeface="Arial" pitchFamily="34" charset="0"/>
              </a:rPr>
              <a:t>kag</a:t>
            </a:r>
            <a:r>
              <a:rPr lang="en-PH" sz="3600" dirty="0" smtClean="0">
                <a:latin typeface="Arial" pitchFamily="34" charset="0"/>
                <a:cs typeface="Arial" pitchFamily="34" charset="0"/>
              </a:rPr>
              <a:t> Dora.</a:t>
            </a:r>
            <a:endParaRPr lang="en-PH" sz="6000" b="1" dirty="0" smtClean="0">
              <a:latin typeface="Arial" pitchFamily="34" charset="0"/>
              <a:cs typeface="Arial" pitchFamily="34" charset="0"/>
            </a:endParaRPr>
          </a:p>
          <a:p>
            <a:pPr algn="r"/>
            <a:endParaRPr lang="en-PH" sz="2100" b="1" dirty="0" smtClean="0">
              <a:latin typeface="Arial" pitchFamily="34" charset="0"/>
              <a:cs typeface="Arial" pitchFamily="34" charset="0"/>
            </a:endParaRPr>
          </a:p>
          <a:p>
            <a:pPr algn="r"/>
            <a:r>
              <a:rPr lang="en-PH" b="1" dirty="0" smtClean="0">
                <a:latin typeface="Arial" pitchFamily="34" charset="0"/>
                <a:cs typeface="Arial" pitchFamily="34" charset="0"/>
              </a:rPr>
              <a:t>3</a:t>
            </a:r>
            <a:endParaRPr lang="en-PH" b="1" dirty="0">
              <a:latin typeface="Arial" pitchFamily="34" charset="0"/>
              <a:cs typeface="Arial" pitchFamily="34" charset="0"/>
            </a:endParaRPr>
          </a:p>
        </p:txBody>
      </p:sp>
      <p:pic>
        <p:nvPicPr>
          <p:cNvPr id="4" name="Picture 3" descr="04rj.jpg"/>
          <p:cNvPicPr>
            <a:picLocks noChangeAspect="1"/>
          </p:cNvPicPr>
          <p:nvPr/>
        </p:nvPicPr>
        <p:blipFill>
          <a:blip r:embed="rId2"/>
          <a:stretch>
            <a:fillRect/>
          </a:stretch>
        </p:blipFill>
        <p:spPr>
          <a:xfrm>
            <a:off x="0" y="1143000"/>
            <a:ext cx="5367528" cy="451835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10200" y="1143000"/>
            <a:ext cx="3581400" cy="5693866"/>
          </a:xfrm>
          <a:prstGeom prst="rect">
            <a:avLst/>
          </a:prstGeom>
        </p:spPr>
        <p:txBody>
          <a:bodyPr wrap="square">
            <a:spAutoFit/>
          </a:bodyPr>
          <a:lstStyle/>
          <a:p>
            <a:r>
              <a:rPr lang="en-PH" sz="4000" dirty="0" smtClean="0">
                <a:latin typeface="Arial" pitchFamily="34" charset="0"/>
                <a:cs typeface="Arial" pitchFamily="34" charset="0"/>
              </a:rPr>
              <a:t> </a:t>
            </a:r>
            <a:r>
              <a:rPr lang="en-PH" sz="3600" dirty="0" smtClean="0">
                <a:latin typeface="Arial" pitchFamily="34" charset="0"/>
                <a:cs typeface="Arial" pitchFamily="34" charset="0"/>
              </a:rPr>
              <a:t>Si </a:t>
            </a:r>
            <a:r>
              <a:rPr lang="en-PH" sz="3600" dirty="0" err="1" smtClean="0">
                <a:latin typeface="Arial" pitchFamily="34" charset="0"/>
                <a:cs typeface="Arial" pitchFamily="34" charset="0"/>
              </a:rPr>
              <a:t>Dayday</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naglantaw</a:t>
            </a:r>
            <a:r>
              <a:rPr lang="en-PH" sz="3600" dirty="0" smtClean="0">
                <a:latin typeface="Arial" pitchFamily="34" charset="0"/>
                <a:cs typeface="Arial" pitchFamily="34" charset="0"/>
              </a:rPr>
              <a:t> sang cartoon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Dora. </a:t>
            </a:r>
            <a:r>
              <a:rPr lang="en-PH" sz="3600" dirty="0" err="1" smtClean="0">
                <a:latin typeface="Arial" pitchFamily="34" charset="0"/>
                <a:cs typeface="Arial" pitchFamily="34" charset="0"/>
              </a:rPr>
              <a:t>Nangakig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si</a:t>
            </a:r>
            <a:r>
              <a:rPr lang="en-PH" sz="3600" dirty="0" smtClean="0">
                <a:latin typeface="Arial" pitchFamily="34" charset="0"/>
                <a:cs typeface="Arial" pitchFamily="34" charset="0"/>
              </a:rPr>
              <a:t> Toto </a:t>
            </a:r>
            <a:r>
              <a:rPr lang="en-PH" sz="3600" dirty="0" err="1" smtClean="0">
                <a:latin typeface="Arial" pitchFamily="34" charset="0"/>
                <a:cs typeface="Arial" pitchFamily="34" charset="0"/>
              </a:rPr>
              <a:t>kay</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luyag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niya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Ben10 </a:t>
            </a:r>
            <a:r>
              <a:rPr lang="en-PH" sz="3600" dirty="0" err="1" smtClean="0">
                <a:latin typeface="Arial" pitchFamily="34" charset="0"/>
                <a:cs typeface="Arial" pitchFamily="34" charset="0"/>
              </a:rPr>
              <a:t>lang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anay</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ang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lantawon</a:t>
            </a:r>
            <a:r>
              <a:rPr lang="en-PH" sz="3600" dirty="0" smtClean="0">
                <a:latin typeface="Arial" pitchFamily="34" charset="0"/>
                <a:cs typeface="Arial" pitchFamily="34" charset="0"/>
              </a:rPr>
              <a:t>.</a:t>
            </a:r>
            <a:endParaRPr lang="en-PH" sz="7800"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r>
              <a:rPr lang="en-PH" b="1" dirty="0" smtClean="0">
                <a:latin typeface="Arial" pitchFamily="34" charset="0"/>
                <a:cs typeface="Arial" pitchFamily="34" charset="0"/>
              </a:rPr>
              <a:t>4</a:t>
            </a:r>
            <a:endParaRPr lang="en-PH" b="1" dirty="0">
              <a:latin typeface="Arial" pitchFamily="34" charset="0"/>
              <a:cs typeface="Arial" pitchFamily="34" charset="0"/>
            </a:endParaRPr>
          </a:p>
        </p:txBody>
      </p:sp>
      <p:pic>
        <p:nvPicPr>
          <p:cNvPr id="4" name="Picture 3" descr="05rj.jpg"/>
          <p:cNvPicPr>
            <a:picLocks noChangeAspect="1"/>
          </p:cNvPicPr>
          <p:nvPr/>
        </p:nvPicPr>
        <p:blipFill>
          <a:blip r:embed="rId2"/>
          <a:stretch>
            <a:fillRect/>
          </a:stretch>
        </p:blipFill>
        <p:spPr>
          <a:xfrm>
            <a:off x="0" y="1413134"/>
            <a:ext cx="5367528" cy="401158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10200" y="1676400"/>
            <a:ext cx="3581400" cy="5139869"/>
          </a:xfrm>
          <a:prstGeom prst="rect">
            <a:avLst/>
          </a:prstGeom>
        </p:spPr>
        <p:txBody>
          <a:bodyPr wrap="square">
            <a:spAutoFit/>
          </a:bodyPr>
          <a:lstStyle/>
          <a:p>
            <a:r>
              <a:rPr lang="en-PH" sz="4000" dirty="0" smtClean="0">
                <a:latin typeface="Arial" pitchFamily="34" charset="0"/>
                <a:cs typeface="Arial" pitchFamily="34" charset="0"/>
              </a:rPr>
              <a:t> </a:t>
            </a:r>
            <a:r>
              <a:rPr lang="en-PH" sz="3600" dirty="0" err="1" smtClean="0">
                <a:latin typeface="Arial" pitchFamily="34" charset="0"/>
                <a:cs typeface="Arial" pitchFamily="34" charset="0"/>
              </a:rPr>
              <a:t>Ginkuha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ni</a:t>
            </a:r>
            <a:r>
              <a:rPr lang="en-PH" sz="3600" dirty="0" smtClean="0">
                <a:latin typeface="Arial" pitchFamily="34" charset="0"/>
                <a:cs typeface="Arial" pitchFamily="34" charset="0"/>
              </a:rPr>
              <a:t> Toto </a:t>
            </a:r>
            <a:r>
              <a:rPr lang="en-PH" sz="3600" dirty="0" err="1" smtClean="0">
                <a:latin typeface="Arial" pitchFamily="34" charset="0"/>
                <a:cs typeface="Arial" pitchFamily="34" charset="0"/>
              </a:rPr>
              <a:t>ang</a:t>
            </a:r>
            <a:r>
              <a:rPr lang="en-PH" sz="3600" dirty="0" smtClean="0">
                <a:latin typeface="Arial" pitchFamily="34" charset="0"/>
                <a:cs typeface="Arial" pitchFamily="34" charset="0"/>
              </a:rPr>
              <a:t> portable DVD. </a:t>
            </a:r>
            <a:r>
              <a:rPr lang="en-PH" sz="3600" dirty="0" err="1" smtClean="0">
                <a:latin typeface="Arial" pitchFamily="34" charset="0"/>
                <a:cs typeface="Arial" pitchFamily="34" charset="0"/>
              </a:rPr>
              <a:t>Nangakig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si</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Dayday</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kag</a:t>
            </a:r>
            <a:r>
              <a:rPr lang="en-PH" sz="3600" dirty="0" smtClean="0">
                <a:latin typeface="Arial" pitchFamily="34" charset="0"/>
                <a:cs typeface="Arial" pitchFamily="34" charset="0"/>
              </a:rPr>
              <a:t> nag-</a:t>
            </a:r>
            <a:r>
              <a:rPr lang="en-PH" sz="3600" dirty="0" err="1" smtClean="0">
                <a:latin typeface="Arial" pitchFamily="34" charset="0"/>
                <a:cs typeface="Arial" pitchFamily="34" charset="0"/>
              </a:rPr>
              <a:t>agaway</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sila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duha</a:t>
            </a:r>
            <a:r>
              <a:rPr lang="en-PH" sz="3600" dirty="0" smtClean="0">
                <a:latin typeface="Arial" pitchFamily="34" charset="0"/>
                <a:cs typeface="Arial" pitchFamily="34" charset="0"/>
              </a:rPr>
              <a:t>.</a:t>
            </a:r>
            <a:endParaRPr lang="en-PH" sz="6300"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sz="2000" b="1" dirty="0" smtClean="0">
              <a:latin typeface="Arial" pitchFamily="34" charset="0"/>
              <a:cs typeface="Arial" pitchFamily="34" charset="0"/>
            </a:endParaRPr>
          </a:p>
          <a:p>
            <a:pPr algn="r"/>
            <a:r>
              <a:rPr lang="en-PH" b="1" dirty="0" smtClean="0">
                <a:latin typeface="Arial" pitchFamily="34" charset="0"/>
                <a:cs typeface="Arial" pitchFamily="34" charset="0"/>
              </a:rPr>
              <a:t>5</a:t>
            </a:r>
            <a:endParaRPr lang="en-PH" b="1" dirty="0">
              <a:latin typeface="Arial" pitchFamily="34" charset="0"/>
              <a:cs typeface="Arial" pitchFamily="34" charset="0"/>
            </a:endParaRPr>
          </a:p>
        </p:txBody>
      </p:sp>
      <p:pic>
        <p:nvPicPr>
          <p:cNvPr id="4" name="Picture 3" descr="06rj.jpg"/>
          <p:cNvPicPr>
            <a:picLocks noChangeAspect="1"/>
          </p:cNvPicPr>
          <p:nvPr/>
        </p:nvPicPr>
        <p:blipFill>
          <a:blip r:embed="rId2"/>
          <a:stretch>
            <a:fillRect/>
          </a:stretch>
        </p:blipFill>
        <p:spPr>
          <a:xfrm>
            <a:off x="0" y="1502455"/>
            <a:ext cx="5367528" cy="3893231"/>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10200" y="1647372"/>
            <a:ext cx="3581400" cy="5170646"/>
          </a:xfrm>
          <a:prstGeom prst="rect">
            <a:avLst/>
          </a:prstGeom>
        </p:spPr>
        <p:txBody>
          <a:bodyPr wrap="square">
            <a:spAutoFit/>
          </a:bodyPr>
          <a:lstStyle/>
          <a:p>
            <a:r>
              <a:rPr lang="en-PH" sz="4000" dirty="0" smtClean="0">
                <a:latin typeface="Arial" pitchFamily="34" charset="0"/>
                <a:cs typeface="Arial" pitchFamily="34" charset="0"/>
              </a:rPr>
              <a:t> </a:t>
            </a:r>
            <a:r>
              <a:rPr lang="en-PH" sz="3600" dirty="0" smtClean="0">
                <a:latin typeface="Arial" pitchFamily="34" charset="0"/>
                <a:cs typeface="Arial" pitchFamily="34" charset="0"/>
              </a:rPr>
              <a:t>Sang </a:t>
            </a:r>
            <a:r>
              <a:rPr lang="en-PH" sz="3600" dirty="0" err="1" smtClean="0">
                <a:latin typeface="Arial" pitchFamily="34" charset="0"/>
                <a:cs typeface="Arial" pitchFamily="34" charset="0"/>
              </a:rPr>
              <a:t>ila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pag-agaway</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nabuy</a:t>
            </a:r>
            <a:r>
              <a:rPr lang="en-PH" sz="3600" dirty="0" smtClean="0">
                <a:latin typeface="Arial" pitchFamily="34" charset="0"/>
                <a:cs typeface="Arial" pitchFamily="34" charset="0"/>
              </a:rPr>
              <a:t>-an </a:t>
            </a:r>
            <a:r>
              <a:rPr lang="en-PH" sz="3600" dirty="0" err="1" smtClean="0">
                <a:latin typeface="Arial" pitchFamily="34" charset="0"/>
                <a:cs typeface="Arial" pitchFamily="34" charset="0"/>
              </a:rPr>
              <a:t>nila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ang</a:t>
            </a:r>
            <a:r>
              <a:rPr lang="en-PH" sz="3600" dirty="0" smtClean="0">
                <a:latin typeface="Arial" pitchFamily="34" charset="0"/>
                <a:cs typeface="Arial" pitchFamily="34" charset="0"/>
              </a:rPr>
              <a:t> portable DVD. </a:t>
            </a:r>
            <a:r>
              <a:rPr lang="en-PH" sz="3600" dirty="0" err="1" smtClean="0">
                <a:latin typeface="Arial" pitchFamily="34" charset="0"/>
                <a:cs typeface="Arial" pitchFamily="34" charset="0"/>
              </a:rPr>
              <a:t>Nahulog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ini</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kag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nawasak</a:t>
            </a:r>
            <a:r>
              <a:rPr lang="en-PH" sz="3600" dirty="0" smtClean="0">
                <a:latin typeface="Arial" pitchFamily="34" charset="0"/>
                <a:cs typeface="Arial" pitchFamily="34" charset="0"/>
              </a:rPr>
              <a:t>.</a:t>
            </a:r>
          </a:p>
          <a:p>
            <a:pPr algn="ctr"/>
            <a:endParaRPr lang="en-PH" sz="5600"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sz="2000" b="1" dirty="0" smtClean="0">
              <a:latin typeface="Arial" pitchFamily="34" charset="0"/>
              <a:cs typeface="Arial" pitchFamily="34" charset="0"/>
            </a:endParaRPr>
          </a:p>
          <a:p>
            <a:pPr algn="r"/>
            <a:r>
              <a:rPr lang="en-PH" b="1" dirty="0" smtClean="0">
                <a:latin typeface="Arial" pitchFamily="34" charset="0"/>
                <a:cs typeface="Arial" pitchFamily="34" charset="0"/>
              </a:rPr>
              <a:t>6</a:t>
            </a:r>
            <a:endParaRPr lang="en-PH" b="1" dirty="0">
              <a:latin typeface="Arial" pitchFamily="34" charset="0"/>
              <a:cs typeface="Arial" pitchFamily="34" charset="0"/>
            </a:endParaRPr>
          </a:p>
        </p:txBody>
      </p:sp>
      <p:pic>
        <p:nvPicPr>
          <p:cNvPr id="6" name="Picture 5" descr="07rj.jpg"/>
          <p:cNvPicPr>
            <a:picLocks noChangeAspect="1"/>
          </p:cNvPicPr>
          <p:nvPr/>
        </p:nvPicPr>
        <p:blipFill>
          <a:blip r:embed="rId2"/>
          <a:stretch>
            <a:fillRect/>
          </a:stretch>
        </p:blipFill>
        <p:spPr>
          <a:xfrm>
            <a:off x="0" y="1433286"/>
            <a:ext cx="5367528" cy="398235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34000" y="1371600"/>
            <a:ext cx="3733800" cy="5570756"/>
          </a:xfrm>
          <a:prstGeom prst="rect">
            <a:avLst/>
          </a:prstGeom>
        </p:spPr>
        <p:txBody>
          <a:bodyPr wrap="square">
            <a:spAutoFit/>
          </a:bodyPr>
          <a:lstStyle/>
          <a:p>
            <a:r>
              <a:rPr lang="en-PH" sz="4000" dirty="0" smtClean="0">
                <a:latin typeface="Arial" pitchFamily="34" charset="0"/>
                <a:cs typeface="Arial" pitchFamily="34" charset="0"/>
              </a:rPr>
              <a:t> </a:t>
            </a:r>
            <a:r>
              <a:rPr lang="en-PH" sz="3600" dirty="0" err="1" smtClean="0">
                <a:latin typeface="Arial" pitchFamily="34" charset="0"/>
                <a:cs typeface="Arial" pitchFamily="34" charset="0"/>
              </a:rPr>
              <a:t>Nakita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sila</a:t>
            </a:r>
            <a:r>
              <a:rPr lang="en-PH" sz="3600" dirty="0" smtClean="0">
                <a:latin typeface="Arial" pitchFamily="34" charset="0"/>
                <a:cs typeface="Arial" pitchFamily="34" charset="0"/>
              </a:rPr>
              <a:t> sang </a:t>
            </a:r>
            <a:r>
              <a:rPr lang="en-PH" sz="3600" dirty="0" err="1" smtClean="0">
                <a:latin typeface="Arial" pitchFamily="34" charset="0"/>
                <a:cs typeface="Arial" pitchFamily="34" charset="0"/>
              </a:rPr>
              <a:t>ila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mama. </a:t>
            </a:r>
            <a:r>
              <a:rPr lang="en-PH" sz="3600" dirty="0" err="1" smtClean="0">
                <a:latin typeface="Arial" pitchFamily="34" charset="0"/>
                <a:cs typeface="Arial" pitchFamily="34" charset="0"/>
              </a:rPr>
              <a:t>Ginhambalan</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sila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nga</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indi</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mag-inaway</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kag</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mapalanggaanay</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gid</a:t>
            </a:r>
            <a:r>
              <a:rPr lang="en-PH" sz="3600" dirty="0" smtClean="0">
                <a:latin typeface="Arial" pitchFamily="34" charset="0"/>
                <a:cs typeface="Arial" pitchFamily="34" charset="0"/>
              </a:rPr>
              <a:t> </a:t>
            </a:r>
            <a:r>
              <a:rPr lang="en-PH" sz="3600" dirty="0" err="1" smtClean="0">
                <a:latin typeface="Arial" pitchFamily="34" charset="0"/>
                <a:cs typeface="Arial" pitchFamily="34" charset="0"/>
              </a:rPr>
              <a:t>sila</a:t>
            </a:r>
            <a:r>
              <a:rPr lang="en-PH" sz="3600" dirty="0" smtClean="0">
                <a:latin typeface="Arial" pitchFamily="34" charset="0"/>
                <a:cs typeface="Arial" pitchFamily="34" charset="0"/>
              </a:rPr>
              <a:t>.</a:t>
            </a:r>
            <a:endParaRPr lang="en-PH" sz="4300" b="1" dirty="0" smtClean="0">
              <a:latin typeface="Arial" pitchFamily="34" charset="0"/>
              <a:cs typeface="Arial" pitchFamily="34" charset="0"/>
            </a:endParaRPr>
          </a:p>
          <a:p>
            <a:pPr algn="ctr"/>
            <a:endParaRPr lang="en-PH" sz="2800"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b="1" dirty="0" smtClean="0">
              <a:latin typeface="Arial" pitchFamily="34" charset="0"/>
              <a:cs typeface="Arial" pitchFamily="34" charset="0"/>
            </a:endParaRPr>
          </a:p>
          <a:p>
            <a:pPr algn="r"/>
            <a:endParaRPr lang="en-PH" sz="1100" b="1" dirty="0" smtClean="0">
              <a:latin typeface="Arial" pitchFamily="34" charset="0"/>
              <a:cs typeface="Arial" pitchFamily="34" charset="0"/>
            </a:endParaRPr>
          </a:p>
          <a:p>
            <a:pPr algn="r"/>
            <a:r>
              <a:rPr lang="en-PH" b="1" dirty="0" smtClean="0">
                <a:latin typeface="Arial" pitchFamily="34" charset="0"/>
                <a:cs typeface="Arial" pitchFamily="34" charset="0"/>
              </a:rPr>
              <a:t>7</a:t>
            </a:r>
            <a:endParaRPr lang="en-PH" b="1" dirty="0">
              <a:latin typeface="Arial" pitchFamily="34" charset="0"/>
              <a:cs typeface="Arial" pitchFamily="34" charset="0"/>
            </a:endParaRPr>
          </a:p>
        </p:txBody>
      </p:sp>
      <p:pic>
        <p:nvPicPr>
          <p:cNvPr id="6" name="Picture 5" descr="08rj.jpg"/>
          <p:cNvPicPr>
            <a:picLocks noChangeAspect="1"/>
          </p:cNvPicPr>
          <p:nvPr/>
        </p:nvPicPr>
        <p:blipFill>
          <a:blip r:embed="rId2"/>
          <a:stretch>
            <a:fillRect/>
          </a:stretch>
        </p:blipFill>
        <p:spPr>
          <a:xfrm>
            <a:off x="0" y="1148119"/>
            <a:ext cx="5367528" cy="456688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10200" y="257628"/>
            <a:ext cx="3581400" cy="6678751"/>
          </a:xfrm>
          <a:prstGeom prst="rect">
            <a:avLst/>
          </a:prstGeom>
        </p:spPr>
        <p:txBody>
          <a:bodyPr wrap="square">
            <a:spAutoFit/>
          </a:bodyPr>
          <a:lstStyle/>
          <a:p>
            <a:r>
              <a:rPr lang="en-PH" sz="4000" dirty="0" smtClean="0">
                <a:latin typeface="Arial" pitchFamily="34" charset="0"/>
                <a:cs typeface="Arial" pitchFamily="34" charset="0"/>
              </a:rPr>
              <a:t> </a:t>
            </a:r>
            <a:r>
              <a:rPr lang="en-PH" sz="3200" dirty="0" err="1" smtClean="0">
                <a:latin typeface="Arial" pitchFamily="34" charset="0"/>
                <a:cs typeface="Arial" pitchFamily="34" charset="0"/>
              </a:rPr>
              <a:t>Nangayo</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pasensya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si</a:t>
            </a:r>
            <a:r>
              <a:rPr lang="en-PH" sz="3200" dirty="0" smtClean="0">
                <a:latin typeface="Arial" pitchFamily="34" charset="0"/>
                <a:cs typeface="Arial" pitchFamily="34" charset="0"/>
              </a:rPr>
              <a:t> Toto </a:t>
            </a:r>
            <a:r>
              <a:rPr lang="en-PH" sz="3200" dirty="0" err="1" smtClean="0">
                <a:latin typeface="Arial" pitchFamily="34" charset="0"/>
                <a:cs typeface="Arial" pitchFamily="34" charset="0"/>
              </a:rPr>
              <a:t>kag</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Dayday</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ila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nga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iloy</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Sugod</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sadto</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nagahatagay</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sila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nga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duha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Wala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sila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naga</a:t>
            </a:r>
            <a:r>
              <a:rPr lang="en-PH" sz="3200" dirty="0" smtClean="0">
                <a:latin typeface="Arial" pitchFamily="34" charset="0"/>
                <a:cs typeface="Arial" pitchFamily="34" charset="0"/>
              </a:rPr>
              <a:t>-away. </a:t>
            </a:r>
            <a:r>
              <a:rPr lang="en-PH" sz="3200" dirty="0" err="1" smtClean="0">
                <a:latin typeface="Arial" pitchFamily="34" charset="0"/>
                <a:cs typeface="Arial" pitchFamily="34" charset="0"/>
              </a:rPr>
              <a:t>Nalipay</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ang</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ila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nga</a:t>
            </a:r>
            <a:r>
              <a:rPr lang="en-PH" sz="3200" dirty="0" smtClean="0">
                <a:latin typeface="Arial" pitchFamily="34" charset="0"/>
                <a:cs typeface="Arial" pitchFamily="34" charset="0"/>
              </a:rPr>
              <a:t> mama </a:t>
            </a:r>
            <a:r>
              <a:rPr lang="en-PH" sz="3200" dirty="0" err="1" smtClean="0">
                <a:latin typeface="Arial" pitchFamily="34" charset="0"/>
                <a:cs typeface="Arial" pitchFamily="34" charset="0"/>
              </a:rPr>
              <a:t>kag</a:t>
            </a:r>
            <a:r>
              <a:rPr lang="en-PH" sz="3200" dirty="0" smtClean="0">
                <a:latin typeface="Arial" pitchFamily="34" charset="0"/>
                <a:cs typeface="Arial" pitchFamily="34" charset="0"/>
              </a:rPr>
              <a:t> papa </a:t>
            </a:r>
            <a:r>
              <a:rPr lang="en-PH" sz="3200" dirty="0" err="1" smtClean="0">
                <a:latin typeface="Arial" pitchFamily="34" charset="0"/>
                <a:cs typeface="Arial" pitchFamily="34" charset="0"/>
              </a:rPr>
              <a:t>sa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ila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nga</a:t>
            </a:r>
            <a:r>
              <a:rPr lang="en-PH" sz="3200" dirty="0" smtClean="0">
                <a:latin typeface="Arial" pitchFamily="34" charset="0"/>
                <a:cs typeface="Arial" pitchFamily="34" charset="0"/>
              </a:rPr>
              <a:t> </a:t>
            </a:r>
            <a:r>
              <a:rPr lang="en-PH" sz="3200" dirty="0" err="1" smtClean="0">
                <a:latin typeface="Arial" pitchFamily="34" charset="0"/>
                <a:cs typeface="Arial" pitchFamily="34" charset="0"/>
              </a:rPr>
              <a:t>duha</a:t>
            </a:r>
            <a:r>
              <a:rPr lang="en-PH" sz="3200" dirty="0" smtClean="0">
                <a:latin typeface="Arial" pitchFamily="34" charset="0"/>
                <a:cs typeface="Arial" pitchFamily="34" charset="0"/>
              </a:rPr>
              <a:t>.</a:t>
            </a:r>
            <a:endParaRPr lang="en-PH" sz="3200" b="1" dirty="0" smtClean="0">
              <a:latin typeface="Arial" pitchFamily="34" charset="0"/>
              <a:cs typeface="Arial" pitchFamily="34" charset="0"/>
            </a:endParaRPr>
          </a:p>
          <a:p>
            <a:pPr algn="r"/>
            <a:endParaRPr lang="en-PH" sz="1300" b="1" dirty="0" smtClean="0">
              <a:latin typeface="Arial" pitchFamily="34" charset="0"/>
              <a:cs typeface="Arial" pitchFamily="34" charset="0"/>
            </a:endParaRPr>
          </a:p>
          <a:p>
            <a:pPr algn="r"/>
            <a:r>
              <a:rPr lang="en-PH" b="1" dirty="0" smtClean="0">
                <a:latin typeface="Arial" pitchFamily="34" charset="0"/>
                <a:cs typeface="Arial" pitchFamily="34" charset="0"/>
              </a:rPr>
              <a:t>8</a:t>
            </a:r>
            <a:endParaRPr lang="en-PH" b="1" dirty="0">
              <a:latin typeface="Arial" pitchFamily="34" charset="0"/>
              <a:cs typeface="Arial" pitchFamily="34" charset="0"/>
            </a:endParaRPr>
          </a:p>
        </p:txBody>
      </p:sp>
      <p:pic>
        <p:nvPicPr>
          <p:cNvPr id="4" name="Picture 3" descr="09rj.jpg"/>
          <p:cNvPicPr>
            <a:picLocks noChangeAspect="1"/>
          </p:cNvPicPr>
          <p:nvPr/>
        </p:nvPicPr>
        <p:blipFill>
          <a:blip r:embed="rId2"/>
          <a:stretch>
            <a:fillRect/>
          </a:stretch>
        </p:blipFill>
        <p:spPr>
          <a:xfrm>
            <a:off x="0" y="1386114"/>
            <a:ext cx="5367528" cy="401158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47486" y="355223"/>
            <a:ext cx="7620000" cy="5755422"/>
          </a:xfrm>
          <a:prstGeom prst="rect">
            <a:avLst/>
          </a:prstGeom>
        </p:spPr>
        <p:txBody>
          <a:bodyPr wrap="square">
            <a:spAutoFit/>
          </a:bodyPr>
          <a:lstStyle/>
          <a:p>
            <a:pPr algn="ctr"/>
            <a:r>
              <a:rPr lang="en-PH" sz="3200" dirty="0" err="1" smtClean="0"/>
              <a:t>Ang</a:t>
            </a:r>
            <a:r>
              <a:rPr lang="en-PH" sz="3200" dirty="0" smtClean="0"/>
              <a:t> </a:t>
            </a:r>
            <a:r>
              <a:rPr lang="en-PH" sz="3200" dirty="0" err="1" smtClean="0"/>
              <a:t>Mag-Utod</a:t>
            </a:r>
            <a:endParaRPr lang="en-PH" sz="3200" dirty="0" smtClean="0"/>
          </a:p>
          <a:p>
            <a:pPr algn="ctr"/>
            <a:endParaRPr lang="en-PH" sz="1400" dirty="0" smtClean="0"/>
          </a:p>
          <a:p>
            <a:pPr algn="ctr"/>
            <a:endParaRPr lang="en-PH" sz="1400" dirty="0" smtClean="0"/>
          </a:p>
          <a:p>
            <a:pPr marL="514350" lvl="0" indent="-514350">
              <a:buFont typeface="+mj-lt"/>
              <a:buAutoNum type="arabicPeriod"/>
            </a:pPr>
            <a:r>
              <a:rPr lang="en-PH" sz="2200" dirty="0" smtClean="0"/>
              <a:t>Toto and </a:t>
            </a:r>
            <a:r>
              <a:rPr lang="en-PH" sz="2200" dirty="0" err="1" smtClean="0"/>
              <a:t>Dayday</a:t>
            </a:r>
            <a:r>
              <a:rPr lang="en-PH" sz="2200" dirty="0" smtClean="0"/>
              <a:t> are brother and sister.</a:t>
            </a:r>
          </a:p>
          <a:p>
            <a:pPr marL="514350" lvl="0" indent="-514350">
              <a:buFont typeface="+mj-lt"/>
              <a:buAutoNum type="arabicPeriod"/>
            </a:pPr>
            <a:r>
              <a:rPr lang="en-PH" sz="2200" dirty="0" smtClean="0"/>
              <a:t>They want to watch cartoons. Toto likes to watch Ben10 and </a:t>
            </a:r>
            <a:r>
              <a:rPr lang="en-PH" sz="2200" dirty="0" err="1" smtClean="0"/>
              <a:t>Dayday</a:t>
            </a:r>
            <a:r>
              <a:rPr lang="en-PH" sz="2200" dirty="0" smtClean="0"/>
              <a:t> likes to watch Dora.</a:t>
            </a:r>
          </a:p>
          <a:p>
            <a:pPr marL="514350" lvl="0" indent="-514350">
              <a:buFont typeface="+mj-lt"/>
              <a:buAutoNum type="arabicPeriod"/>
            </a:pPr>
            <a:r>
              <a:rPr lang="en-PH" sz="2200" dirty="0" smtClean="0"/>
              <a:t>One day, their mother bought them a portable DVD and DVD tapes of Dora and Ben10. They were very happy.</a:t>
            </a:r>
          </a:p>
          <a:p>
            <a:pPr marL="514350" lvl="0" indent="-514350">
              <a:buFont typeface="+mj-lt"/>
              <a:buAutoNum type="arabicPeriod"/>
            </a:pPr>
            <a:r>
              <a:rPr lang="en-PH" sz="2200" dirty="0" err="1" smtClean="0"/>
              <a:t>Dayday</a:t>
            </a:r>
            <a:r>
              <a:rPr lang="en-PH" sz="2200" dirty="0" smtClean="0"/>
              <a:t> watched Dora first, but Toto got angry. He wanted to watch Ben10.</a:t>
            </a:r>
          </a:p>
          <a:p>
            <a:pPr marL="514350" lvl="0" indent="-514350">
              <a:buFont typeface="+mj-lt"/>
              <a:buAutoNum type="arabicPeriod"/>
            </a:pPr>
            <a:r>
              <a:rPr lang="en-PH" sz="2200" dirty="0" smtClean="0"/>
              <a:t>Toto got the portable DVD from </a:t>
            </a:r>
            <a:r>
              <a:rPr lang="en-PH" sz="2200" dirty="0" err="1" smtClean="0"/>
              <a:t>Dayday</a:t>
            </a:r>
            <a:r>
              <a:rPr lang="en-PH" sz="2200" dirty="0" smtClean="0"/>
              <a:t>, and the two of them quarrelled.</a:t>
            </a:r>
          </a:p>
          <a:p>
            <a:pPr marL="514350" indent="-514350">
              <a:buFont typeface="+mj-lt"/>
              <a:buAutoNum type="arabicPeriod"/>
            </a:pPr>
            <a:r>
              <a:rPr lang="en-PH" sz="2200" dirty="0" smtClean="0"/>
              <a:t>They accidentally dropped the DVD.</a:t>
            </a:r>
          </a:p>
          <a:p>
            <a:pPr marL="514350" indent="-514350">
              <a:buFont typeface="+mj-lt"/>
              <a:buAutoNum type="arabicPeriod"/>
            </a:pPr>
            <a:r>
              <a:rPr lang="en-PH" sz="2200" dirty="0" smtClean="0"/>
              <a:t>Their mother saw what happened, and told Toto and </a:t>
            </a:r>
            <a:r>
              <a:rPr lang="en-PH" sz="2200" dirty="0" err="1" smtClean="0"/>
              <a:t>Dayday</a:t>
            </a:r>
            <a:r>
              <a:rPr lang="en-PH" sz="2200" dirty="0" smtClean="0"/>
              <a:t> that as brother and sister they should love each other.</a:t>
            </a:r>
          </a:p>
          <a:p>
            <a:pPr marL="514350" indent="-514350">
              <a:buFont typeface="+mj-lt"/>
              <a:buAutoNum type="arabicPeriod"/>
            </a:pPr>
            <a:r>
              <a:rPr lang="en-PH" sz="2200" dirty="0" smtClean="0"/>
              <a:t>Toto and </a:t>
            </a:r>
            <a:r>
              <a:rPr lang="en-PH" sz="2200" dirty="0" err="1" smtClean="0"/>
              <a:t>Dayday</a:t>
            </a:r>
            <a:r>
              <a:rPr lang="en-PH" sz="2200" dirty="0" smtClean="0"/>
              <a:t> asked forgiveness from their mother. From then on, they share and love each other.</a:t>
            </a:r>
            <a:endParaRPr lang="en-PH" sz="2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7776" y="457200"/>
            <a:ext cx="7968885" cy="1384995"/>
          </a:xfrm>
          <a:prstGeom prst="rect">
            <a:avLst/>
          </a:prstGeom>
          <a:noFill/>
        </p:spPr>
        <p:txBody>
          <a:bodyPr wrap="square" rtlCol="0">
            <a:spAutoFit/>
          </a:bodyPr>
          <a:lstStyle/>
          <a:p>
            <a:pPr algn="ctr"/>
            <a:r>
              <a:rPr lang="en-GB" sz="1200" b="1" dirty="0" smtClean="0"/>
              <a:t>Published by the</a:t>
            </a:r>
          </a:p>
          <a:p>
            <a:pPr algn="ctr"/>
            <a:r>
              <a:rPr lang="en-GB" sz="1200" b="1" dirty="0" smtClean="0"/>
              <a:t>LEARNING </a:t>
            </a:r>
            <a:r>
              <a:rPr lang="en-GB" sz="1200" b="1" dirty="0"/>
              <a:t>RESOURCES MANAGEMENT AND DEVELOPMENT SYSTEM (LRMDS</a:t>
            </a:r>
            <a:r>
              <a:rPr lang="en-GB" sz="1200" dirty="0"/>
              <a:t>)</a:t>
            </a:r>
            <a:endParaRPr lang="en-AU" sz="1200" dirty="0"/>
          </a:p>
          <a:p>
            <a:pPr algn="ctr"/>
            <a:r>
              <a:rPr lang="en-GB" sz="1200" dirty="0"/>
              <a:t>Department of Education</a:t>
            </a:r>
            <a:endParaRPr lang="en-AU" sz="1200" dirty="0"/>
          </a:p>
          <a:p>
            <a:pPr algn="ctr"/>
            <a:r>
              <a:rPr lang="en-GB" sz="1200" dirty="0" smtClean="0"/>
              <a:t>Region VI, Western </a:t>
            </a:r>
            <a:r>
              <a:rPr lang="en-GB" sz="1200" dirty="0" err="1" smtClean="0"/>
              <a:t>Visayas</a:t>
            </a:r>
            <a:r>
              <a:rPr lang="en-GB" sz="1200" dirty="0" smtClean="0"/>
              <a:t> </a:t>
            </a:r>
            <a:endParaRPr lang="en-PH" sz="1200" dirty="0" smtClean="0"/>
          </a:p>
          <a:p>
            <a:pPr algn="ctr"/>
            <a:r>
              <a:rPr lang="en-GB" sz="1200" dirty="0" smtClean="0"/>
              <a:t>Iloilo City </a:t>
            </a:r>
          </a:p>
          <a:p>
            <a:pPr algn="ctr"/>
            <a:endParaRPr lang="en-AU" sz="1200" dirty="0"/>
          </a:p>
          <a:p>
            <a:pPr algn="ctr"/>
            <a:r>
              <a:rPr lang="en-GB" sz="1200" b="1" dirty="0"/>
              <a:t>Copyright </a:t>
            </a:r>
            <a:r>
              <a:rPr lang="en-GB" sz="1200" b="1" dirty="0" smtClean="0"/>
              <a:t>2011</a:t>
            </a:r>
            <a:endParaRPr lang="en-AU" sz="1200" b="1" dirty="0"/>
          </a:p>
        </p:txBody>
      </p:sp>
      <p:sp>
        <p:nvSpPr>
          <p:cNvPr id="5" name="Rectangle 4"/>
          <p:cNvSpPr/>
          <p:nvPr/>
        </p:nvSpPr>
        <p:spPr>
          <a:xfrm>
            <a:off x="417418" y="2372142"/>
            <a:ext cx="8229600" cy="2123658"/>
          </a:xfrm>
          <a:prstGeom prst="rect">
            <a:avLst/>
          </a:prstGeom>
        </p:spPr>
        <p:txBody>
          <a:bodyPr wrap="square">
            <a:spAutoFit/>
          </a:bodyPr>
          <a:lstStyle/>
          <a:p>
            <a:pPr algn="just"/>
            <a:r>
              <a:rPr lang="en-US" sz="1200" i="1" dirty="0" smtClean="0"/>
              <a:t>Section 9 of Presidential Decree No. 49 provides:  </a:t>
            </a:r>
          </a:p>
          <a:p>
            <a:pPr algn="just"/>
            <a:endParaRPr lang="en-AU" sz="1200" dirty="0"/>
          </a:p>
          <a:p>
            <a:pPr algn="just"/>
            <a:r>
              <a:rPr lang="en-US" sz="1200" b="1" i="1" dirty="0" smtClean="0"/>
              <a:t>“No copyright shall subsist in any work of the Government of the Republic of the Philippines.  However, prior approval of the government agency of office wherein the work is created shall be necessary for exploitation of such work for profit.”</a:t>
            </a:r>
            <a:endParaRPr lang="en-PH" sz="1200" dirty="0" smtClean="0"/>
          </a:p>
          <a:p>
            <a:pPr algn="just"/>
            <a:r>
              <a:rPr lang="en-PH" sz="1200" b="1" dirty="0" smtClean="0"/>
              <a:t> </a:t>
            </a:r>
            <a:endParaRPr lang="en-PH" sz="1200" dirty="0" smtClean="0"/>
          </a:p>
          <a:p>
            <a:pPr algn="just"/>
            <a:r>
              <a:rPr lang="en-US" sz="1200" dirty="0" smtClean="0"/>
              <a:t>This material has been developed within the Project in the Mother Tongue-Based Multilingual Education (MTB-MLE) implemented by Curriculum and Learning Management Division (CLMD) of the Department of Education Region VI (</a:t>
            </a:r>
            <a:r>
              <a:rPr lang="en-US" sz="1200" dirty="0" err="1" smtClean="0"/>
              <a:t>DepED</a:t>
            </a:r>
            <a:r>
              <a:rPr lang="en-US" sz="1200" dirty="0" smtClean="0"/>
              <a:t> RO6). It can be reproduced for educational purposes and the source must be clearly acknowledged. The material may be modified for the purpose of translation into another language but the original work must be acknowledged. Derivatives of the work including creating an edited version, an enhancement or a supplementary work are permitted provided all original work is acknowledged and the copyright is attributed. No work may be derived from this material for commercial purposes and profit.</a:t>
            </a:r>
            <a:endParaRPr lang="en-AU" sz="1200" dirty="0"/>
          </a:p>
        </p:txBody>
      </p:sp>
      <p:sp>
        <p:nvSpPr>
          <p:cNvPr id="6" name="Rectangle 5"/>
          <p:cNvSpPr/>
          <p:nvPr/>
        </p:nvSpPr>
        <p:spPr>
          <a:xfrm>
            <a:off x="519018" y="5638800"/>
            <a:ext cx="8026400" cy="830997"/>
          </a:xfrm>
          <a:prstGeom prst="rect">
            <a:avLst/>
          </a:prstGeom>
        </p:spPr>
        <p:txBody>
          <a:bodyPr wrap="square">
            <a:spAutoFit/>
          </a:bodyPr>
          <a:lstStyle/>
          <a:p>
            <a:pPr algn="just"/>
            <a:r>
              <a:rPr lang="en-US" sz="1200" i="1" dirty="0" smtClean="0"/>
              <a:t>This first digital edition has been produced for print and online distribution within the Department of Education, Philippines via the Learning Resources Management Development Systems (LRMDS) Portal by Region VI.</a:t>
            </a:r>
            <a:r>
              <a:rPr lang="en-US" sz="1200" dirty="0" smtClean="0"/>
              <a:t> </a:t>
            </a:r>
          </a:p>
          <a:p>
            <a:endParaRPr lang="en-US" sz="1200" u="sng" dirty="0" smtClean="0">
              <a:hlinkClick r:id="rId2"/>
            </a:endParaRPr>
          </a:p>
          <a:p>
            <a:r>
              <a:rPr lang="en-US" sz="1200" u="sng" dirty="0" smtClean="0">
                <a:hlinkClick r:id="rId2"/>
              </a:rPr>
              <a:t>http</a:t>
            </a:r>
            <a:r>
              <a:rPr lang="en-US" sz="1200" u="sng" dirty="0">
                <a:hlinkClick r:id="rId2"/>
              </a:rPr>
              <a:t>://lrmds.deped.gov.ph</a:t>
            </a:r>
            <a:r>
              <a:rPr lang="en-US" sz="1200" dirty="0"/>
              <a:t> </a:t>
            </a:r>
            <a:endParaRPr lang="en-AU" sz="1200" dirty="0"/>
          </a:p>
        </p:txBody>
      </p:sp>
      <p:sp>
        <p:nvSpPr>
          <p:cNvPr id="7" name="Rectangle 6"/>
          <p:cNvSpPr/>
          <p:nvPr/>
        </p:nvSpPr>
        <p:spPr>
          <a:xfrm>
            <a:off x="533400" y="4655403"/>
            <a:ext cx="2362200" cy="830997"/>
          </a:xfrm>
          <a:prstGeom prst="rect">
            <a:avLst/>
          </a:prstGeom>
        </p:spPr>
        <p:txBody>
          <a:bodyPr wrap="square">
            <a:spAutoFit/>
          </a:bodyPr>
          <a:lstStyle/>
          <a:p>
            <a:pPr algn="ctr"/>
            <a:r>
              <a:rPr lang="en-US" sz="1200" i="1" dirty="0" err="1" smtClean="0"/>
              <a:t>Ginsulat</a:t>
            </a:r>
            <a:r>
              <a:rPr lang="en-US" sz="1200" i="1" dirty="0" smtClean="0"/>
              <a:t>  </a:t>
            </a:r>
            <a:r>
              <a:rPr lang="en-US" sz="1200" i="1" dirty="0" err="1" smtClean="0"/>
              <a:t>ni</a:t>
            </a:r>
            <a:r>
              <a:rPr lang="en-US" sz="1200" i="1" dirty="0" smtClean="0"/>
              <a:t>:</a:t>
            </a:r>
            <a:endParaRPr lang="en-PH" sz="1200" dirty="0" smtClean="0"/>
          </a:p>
          <a:p>
            <a:pPr algn="ctr"/>
            <a:r>
              <a:rPr lang="en-PH" sz="1200" b="1" dirty="0" smtClean="0"/>
              <a:t>Erma Y. </a:t>
            </a:r>
            <a:r>
              <a:rPr lang="en-PH" sz="1200" b="1" dirty="0" err="1" smtClean="0"/>
              <a:t>Tayab</a:t>
            </a:r>
            <a:endParaRPr lang="en-PH" sz="1200" b="1" dirty="0" smtClean="0"/>
          </a:p>
          <a:p>
            <a:pPr algn="ctr"/>
            <a:r>
              <a:rPr lang="en-US" sz="1200" i="1" dirty="0" err="1" smtClean="0"/>
              <a:t>Ginlaragway</a:t>
            </a:r>
            <a:r>
              <a:rPr lang="en-US" sz="1200" i="1" dirty="0" smtClean="0"/>
              <a:t> </a:t>
            </a:r>
            <a:r>
              <a:rPr lang="en-US" sz="1200" i="1" dirty="0" err="1" smtClean="0"/>
              <a:t>ni</a:t>
            </a:r>
            <a:r>
              <a:rPr lang="en-US" sz="1200" i="1" dirty="0" smtClean="0"/>
              <a:t>:</a:t>
            </a:r>
            <a:endParaRPr lang="en-PH" sz="1200" b="1" dirty="0" smtClean="0"/>
          </a:p>
          <a:p>
            <a:pPr algn="ctr"/>
            <a:r>
              <a:rPr lang="en-PH" sz="1200" b="1" dirty="0" smtClean="0"/>
              <a:t>Nonie F. </a:t>
            </a:r>
            <a:r>
              <a:rPr lang="en-PH" sz="1200" b="1" dirty="0" err="1" smtClean="0"/>
              <a:t>Falcunit</a:t>
            </a:r>
            <a:endParaRPr lang="en-PH" sz="1200" b="1" dirty="0" smtClean="0"/>
          </a:p>
        </p:txBody>
      </p:sp>
      <p:sp>
        <p:nvSpPr>
          <p:cNvPr id="8" name="Rectangle 7"/>
          <p:cNvSpPr/>
          <p:nvPr/>
        </p:nvSpPr>
        <p:spPr>
          <a:xfrm>
            <a:off x="5715000" y="4655403"/>
            <a:ext cx="2743200" cy="646331"/>
          </a:xfrm>
          <a:prstGeom prst="rect">
            <a:avLst/>
          </a:prstGeom>
        </p:spPr>
        <p:txBody>
          <a:bodyPr wrap="square">
            <a:spAutoFit/>
          </a:bodyPr>
          <a:lstStyle/>
          <a:p>
            <a:pPr algn="ctr"/>
            <a:r>
              <a:rPr lang="en-US" sz="1200" i="1" dirty="0" err="1" smtClean="0"/>
              <a:t>Ginbadbad</a:t>
            </a:r>
            <a:r>
              <a:rPr lang="en-US" sz="1200" i="1" dirty="0" smtClean="0"/>
              <a:t> </a:t>
            </a:r>
            <a:r>
              <a:rPr lang="en-US" sz="1200" i="1" dirty="0" err="1" smtClean="0"/>
              <a:t>nanday</a:t>
            </a:r>
            <a:r>
              <a:rPr lang="en-US" sz="1200" i="1" dirty="0" smtClean="0"/>
              <a:t>:</a:t>
            </a:r>
            <a:endParaRPr lang="en-PH" sz="1200" dirty="0" smtClean="0"/>
          </a:p>
          <a:p>
            <a:pPr algn="ctr"/>
            <a:r>
              <a:rPr lang="en-PH" sz="1200" b="1" dirty="0" err="1" smtClean="0"/>
              <a:t>Jema</a:t>
            </a:r>
            <a:r>
              <a:rPr lang="en-PH" sz="1200" b="1" dirty="0" smtClean="0"/>
              <a:t> E. </a:t>
            </a:r>
            <a:r>
              <a:rPr lang="en-PH" sz="1200" b="1" dirty="0" err="1" smtClean="0"/>
              <a:t>Bantulay</a:t>
            </a:r>
            <a:endParaRPr lang="en-PH" sz="1200" b="1" dirty="0" smtClean="0"/>
          </a:p>
          <a:p>
            <a:pPr algn="ctr"/>
            <a:r>
              <a:rPr lang="en-PH" sz="1200" b="1" dirty="0" smtClean="0"/>
              <a:t>Ma. Janet S. </a:t>
            </a:r>
            <a:r>
              <a:rPr lang="en-PH" sz="1200" b="1" dirty="0" err="1" smtClean="0"/>
              <a:t>Geroso</a:t>
            </a:r>
            <a:r>
              <a:rPr lang="en-PH" sz="1200" b="1" dirty="0" smtClean="0"/>
              <a:t>, PH. D.</a:t>
            </a:r>
            <a:endParaRPr lang="en-PH" sz="1200" dirty="0"/>
          </a:p>
        </p:txBody>
      </p:sp>
      <p:pic>
        <p:nvPicPr>
          <p:cNvPr id="9" name="Picture 2" descr="logo"/>
          <p:cNvPicPr>
            <a:picLocks noChangeAspect="1" noChangeArrowheads="1"/>
          </p:cNvPicPr>
          <p:nvPr/>
        </p:nvPicPr>
        <p:blipFill>
          <a:blip r:embed="rId3"/>
          <a:srcRect/>
          <a:stretch>
            <a:fillRect/>
          </a:stretch>
        </p:blipFill>
        <p:spPr bwMode="auto">
          <a:xfrm>
            <a:off x="609600" y="353917"/>
            <a:ext cx="990600" cy="914400"/>
          </a:xfrm>
          <a:prstGeom prst="rect">
            <a:avLst/>
          </a:prstGeom>
          <a:noFill/>
          <a:ln w="9525">
            <a:noFill/>
            <a:miter lim="800000"/>
            <a:headEnd/>
            <a:tailEnd/>
          </a:ln>
        </p:spPr>
      </p:pic>
      <p:pic>
        <p:nvPicPr>
          <p:cNvPr id="10" name="Picture 3" descr="http://www.depednaga.com.ph/images/p109_1_00.png"/>
          <p:cNvPicPr>
            <a:picLocks noChangeAspect="1" noChangeArrowheads="1"/>
          </p:cNvPicPr>
          <p:nvPr/>
        </p:nvPicPr>
        <p:blipFill>
          <a:blip r:embed="rId4"/>
          <a:srcRect/>
          <a:stretch>
            <a:fillRect/>
          </a:stretch>
        </p:blipFill>
        <p:spPr bwMode="auto">
          <a:xfrm>
            <a:off x="7467600" y="304800"/>
            <a:ext cx="990600" cy="990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508</TotalTime>
  <Words>535</Words>
  <Application>Microsoft Office PowerPoint</Application>
  <PresentationFormat>On-screen Show (4:3)</PresentationFormat>
  <Paragraphs>106</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 Esmagol</dc:title>
  <dc:creator>LRMDS_PDS</dc:creator>
  <cp:lastModifiedBy>LRMDS_PDS</cp:lastModifiedBy>
  <cp:revision>111</cp:revision>
  <dcterms:created xsi:type="dcterms:W3CDTF">2011-11-23T00:54:34Z</dcterms:created>
  <dcterms:modified xsi:type="dcterms:W3CDTF">2011-12-15T00:43:02Z</dcterms:modified>
</cp:coreProperties>
</file>